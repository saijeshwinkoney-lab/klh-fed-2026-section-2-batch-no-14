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6" r:id="rId9"/>
    <p:sldId id="267" r:id="rId10"/>
    <p:sldId id="261" r:id="rId11"/>
    <p:sldId id="268" r:id="rId12"/>
    <p:sldId id="262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58" dt="2026-09-09T05:17:31.3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3737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293737"/>
                </a:solidFill>
                <a:latin typeface="Goudy Old Style"/>
                <a:cs typeface="Goudy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3737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93737"/>
                </a:solidFill>
                <a:latin typeface="Goudy Old Style"/>
                <a:cs typeface="Goudy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181161"/>
            <a:ext cx="623887" cy="5191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695511"/>
            <a:ext cx="623887" cy="51911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219386"/>
            <a:ext cx="623887" cy="5191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743261"/>
            <a:ext cx="623887" cy="51911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4257611"/>
            <a:ext cx="623887" cy="51911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4781613"/>
            <a:ext cx="623887" cy="51911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5305425"/>
            <a:ext cx="623887" cy="5191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3737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7400" y="1707578"/>
            <a:ext cx="3214370" cy="3983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EDF1EF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93815" y="1688528"/>
            <a:ext cx="3799840" cy="4396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EDF1EF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93737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2014" y="531431"/>
            <a:ext cx="5756275" cy="61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93737"/>
                </a:solidFill>
                <a:latin typeface="Batang"/>
                <a:cs typeface="Batang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83125" y="1351597"/>
            <a:ext cx="6726555" cy="400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293737"/>
                </a:solidFill>
                <a:latin typeface="Goudy Old Style"/>
                <a:cs typeface="Goudy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762500" y="0"/>
              <a:ext cx="7429500" cy="6858000"/>
            </a:xfrm>
            <a:custGeom>
              <a:avLst/>
              <a:gdLst/>
              <a:ahLst/>
              <a:cxnLst/>
              <a:rect l="l" t="t" r="r" b="b"/>
              <a:pathLst>
                <a:path w="7429500" h="6858000">
                  <a:moveTo>
                    <a:pt x="0" y="6858000"/>
                  </a:moveTo>
                  <a:lnTo>
                    <a:pt x="7429500" y="6858000"/>
                  </a:lnTo>
                  <a:lnTo>
                    <a:pt x="74295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762500" cy="6858000"/>
            </a:xfrm>
            <a:custGeom>
              <a:avLst/>
              <a:gdLst/>
              <a:ahLst/>
              <a:cxnLst/>
              <a:rect l="l" t="t" r="r" b="b"/>
              <a:pathLst>
                <a:path w="4762500" h="6858000">
                  <a:moveTo>
                    <a:pt x="47625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762500" y="6858000"/>
                  </a:lnTo>
                  <a:lnTo>
                    <a:pt x="4762500" y="0"/>
                  </a:lnTo>
                  <a:close/>
                </a:path>
              </a:pathLst>
            </a:custGeom>
            <a:solidFill>
              <a:srgbClr val="5471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0512" y="358139"/>
            <a:ext cx="4060190" cy="5062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ts val="6830"/>
              </a:lnSpc>
              <a:spcBef>
                <a:spcPts val="110"/>
              </a:spcBef>
            </a:pPr>
            <a:r>
              <a:rPr sz="6000" spc="170" dirty="0">
                <a:solidFill>
                  <a:srgbClr val="EDF1EF"/>
                </a:solidFill>
                <a:latin typeface="Microsoft Himalaya"/>
                <a:cs typeface="Microsoft Himalaya"/>
              </a:rPr>
              <a:t>SMART</a:t>
            </a:r>
            <a:endParaRPr sz="6000">
              <a:latin typeface="Microsoft Himalaya"/>
              <a:cs typeface="Microsoft Himalaya"/>
            </a:endParaRPr>
          </a:p>
          <a:p>
            <a:pPr marL="12700" marR="5080" algn="just">
              <a:lnSpc>
                <a:spcPct val="90200"/>
              </a:lnSpc>
              <a:spcBef>
                <a:spcPts val="335"/>
              </a:spcBef>
            </a:pPr>
            <a:r>
              <a:rPr sz="6000" spc="200" dirty="0">
                <a:solidFill>
                  <a:srgbClr val="EDF1EF"/>
                </a:solidFill>
                <a:latin typeface="Microsoft Himalaya"/>
                <a:cs typeface="Microsoft Himalaya"/>
              </a:rPr>
              <a:t>PARKING</a:t>
            </a:r>
            <a:r>
              <a:rPr sz="6000" spc="555" dirty="0">
                <a:solidFill>
                  <a:srgbClr val="EDF1EF"/>
                </a:solidFill>
                <a:latin typeface="Microsoft Himalaya"/>
                <a:cs typeface="Microsoft Himalaya"/>
              </a:rPr>
              <a:t> </a:t>
            </a:r>
            <a:r>
              <a:rPr sz="6000" spc="150" dirty="0">
                <a:solidFill>
                  <a:srgbClr val="EDF1EF"/>
                </a:solidFill>
                <a:latin typeface="Microsoft Himalaya"/>
                <a:cs typeface="Microsoft Himalaya"/>
              </a:rPr>
              <a:t>SLOT </a:t>
            </a:r>
            <a:r>
              <a:rPr sz="6000" spc="204" dirty="0">
                <a:solidFill>
                  <a:srgbClr val="EDF1EF"/>
                </a:solidFill>
                <a:latin typeface="Microsoft Himalaya"/>
                <a:cs typeface="Microsoft Himalaya"/>
              </a:rPr>
              <a:t>AVAILABILITY </a:t>
            </a:r>
            <a:r>
              <a:rPr sz="6000" spc="130" dirty="0">
                <a:solidFill>
                  <a:srgbClr val="EDF1EF"/>
                </a:solidFill>
                <a:latin typeface="Microsoft Himalaya"/>
                <a:cs typeface="Microsoft Himalaya"/>
              </a:rPr>
              <a:t>AND</a:t>
            </a:r>
            <a:r>
              <a:rPr sz="6000" spc="615" dirty="0">
                <a:solidFill>
                  <a:srgbClr val="EDF1EF"/>
                </a:solidFill>
                <a:latin typeface="Microsoft Himalaya"/>
                <a:cs typeface="Microsoft Himalaya"/>
              </a:rPr>
              <a:t> </a:t>
            </a:r>
            <a:r>
              <a:rPr sz="6000" spc="145" dirty="0">
                <a:solidFill>
                  <a:srgbClr val="EDF1EF"/>
                </a:solidFill>
                <a:latin typeface="Microsoft Himalaya"/>
                <a:cs typeface="Microsoft Himalaya"/>
              </a:rPr>
              <a:t>ENTRY</a:t>
            </a:r>
            <a:endParaRPr sz="6000">
              <a:latin typeface="Microsoft Himalaya"/>
              <a:cs typeface="Microsoft Himalaya"/>
            </a:endParaRPr>
          </a:p>
          <a:p>
            <a:pPr marL="12700" marR="1438910" algn="just">
              <a:lnSpc>
                <a:spcPts val="6530"/>
              </a:lnSpc>
              <a:spcBef>
                <a:spcPts val="35"/>
              </a:spcBef>
            </a:pPr>
            <a:r>
              <a:rPr sz="6000" spc="185" dirty="0">
                <a:solidFill>
                  <a:srgbClr val="EDF1EF"/>
                </a:solidFill>
                <a:latin typeface="Microsoft Himalaya"/>
                <a:cs typeface="Microsoft Himalaya"/>
              </a:rPr>
              <a:t>CONTROL </a:t>
            </a:r>
            <a:r>
              <a:rPr sz="6000" spc="170" dirty="0">
                <a:solidFill>
                  <a:srgbClr val="EDF1EF"/>
                </a:solidFill>
                <a:latin typeface="Microsoft Himalaya"/>
                <a:cs typeface="Microsoft Himalaya"/>
              </a:rPr>
              <a:t>SYSTEM</a:t>
            </a:r>
            <a:endParaRPr sz="6000">
              <a:latin typeface="Microsoft Himalaya"/>
              <a:cs typeface="Microsoft Himalay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050" y="419100"/>
            <a:ext cx="6248400" cy="6086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504825"/>
            <a:ext cx="3352800" cy="58293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94251" y="284225"/>
            <a:ext cx="7546975" cy="6289675"/>
            <a:chOff x="4294251" y="284225"/>
            <a:chExt cx="7546975" cy="6289675"/>
          </a:xfrm>
        </p:grpSpPr>
        <p:sp>
          <p:nvSpPr>
            <p:cNvPr id="4" name="object 4"/>
            <p:cNvSpPr/>
            <p:nvPr/>
          </p:nvSpPr>
          <p:spPr>
            <a:xfrm>
              <a:off x="4300601" y="290575"/>
              <a:ext cx="7534275" cy="6276975"/>
            </a:xfrm>
            <a:custGeom>
              <a:avLst/>
              <a:gdLst/>
              <a:ahLst/>
              <a:cxnLst/>
              <a:rect l="l" t="t" r="r" b="b"/>
              <a:pathLst>
                <a:path w="7534275" h="6276975">
                  <a:moveTo>
                    <a:pt x="6488049" y="0"/>
                  </a:moveTo>
                  <a:lnTo>
                    <a:pt x="1046099" y="0"/>
                  </a:lnTo>
                  <a:lnTo>
                    <a:pt x="998216" y="1076"/>
                  </a:lnTo>
                  <a:lnTo>
                    <a:pt x="950885" y="4275"/>
                  </a:lnTo>
                  <a:lnTo>
                    <a:pt x="904154" y="9550"/>
                  </a:lnTo>
                  <a:lnTo>
                    <a:pt x="858067" y="16854"/>
                  </a:lnTo>
                  <a:lnTo>
                    <a:pt x="812670" y="26143"/>
                  </a:lnTo>
                  <a:lnTo>
                    <a:pt x="768011" y="37369"/>
                  </a:lnTo>
                  <a:lnTo>
                    <a:pt x="724136" y="50486"/>
                  </a:lnTo>
                  <a:lnTo>
                    <a:pt x="681089" y="65449"/>
                  </a:lnTo>
                  <a:lnTo>
                    <a:pt x="638919" y="82210"/>
                  </a:lnTo>
                  <a:lnTo>
                    <a:pt x="597670" y="100725"/>
                  </a:lnTo>
                  <a:lnTo>
                    <a:pt x="557389" y="120946"/>
                  </a:lnTo>
                  <a:lnTo>
                    <a:pt x="518122" y="142827"/>
                  </a:lnTo>
                  <a:lnTo>
                    <a:pt x="479915" y="166323"/>
                  </a:lnTo>
                  <a:lnTo>
                    <a:pt x="442815" y="191388"/>
                  </a:lnTo>
                  <a:lnTo>
                    <a:pt x="406868" y="217974"/>
                  </a:lnTo>
                  <a:lnTo>
                    <a:pt x="372119" y="246036"/>
                  </a:lnTo>
                  <a:lnTo>
                    <a:pt x="338615" y="275528"/>
                  </a:lnTo>
                  <a:lnTo>
                    <a:pt x="306403" y="306403"/>
                  </a:lnTo>
                  <a:lnTo>
                    <a:pt x="275528" y="338615"/>
                  </a:lnTo>
                  <a:lnTo>
                    <a:pt x="246036" y="372119"/>
                  </a:lnTo>
                  <a:lnTo>
                    <a:pt x="217974" y="406868"/>
                  </a:lnTo>
                  <a:lnTo>
                    <a:pt x="191388" y="442815"/>
                  </a:lnTo>
                  <a:lnTo>
                    <a:pt x="166323" y="479915"/>
                  </a:lnTo>
                  <a:lnTo>
                    <a:pt x="142827" y="518122"/>
                  </a:lnTo>
                  <a:lnTo>
                    <a:pt x="120946" y="557389"/>
                  </a:lnTo>
                  <a:lnTo>
                    <a:pt x="100725" y="597670"/>
                  </a:lnTo>
                  <a:lnTo>
                    <a:pt x="82210" y="638919"/>
                  </a:lnTo>
                  <a:lnTo>
                    <a:pt x="65449" y="681089"/>
                  </a:lnTo>
                  <a:lnTo>
                    <a:pt x="50486" y="724136"/>
                  </a:lnTo>
                  <a:lnTo>
                    <a:pt x="37369" y="768011"/>
                  </a:lnTo>
                  <a:lnTo>
                    <a:pt x="26143" y="812670"/>
                  </a:lnTo>
                  <a:lnTo>
                    <a:pt x="16854" y="858067"/>
                  </a:lnTo>
                  <a:lnTo>
                    <a:pt x="9550" y="904154"/>
                  </a:lnTo>
                  <a:lnTo>
                    <a:pt x="4275" y="950885"/>
                  </a:lnTo>
                  <a:lnTo>
                    <a:pt x="1076" y="998216"/>
                  </a:lnTo>
                  <a:lnTo>
                    <a:pt x="0" y="1046099"/>
                  </a:lnTo>
                  <a:lnTo>
                    <a:pt x="0" y="5230749"/>
                  </a:lnTo>
                  <a:lnTo>
                    <a:pt x="1076" y="5278635"/>
                  </a:lnTo>
                  <a:lnTo>
                    <a:pt x="4275" y="5325970"/>
                  </a:lnTo>
                  <a:lnTo>
                    <a:pt x="9550" y="5372705"/>
                  </a:lnTo>
                  <a:lnTo>
                    <a:pt x="16854" y="5418796"/>
                  </a:lnTo>
                  <a:lnTo>
                    <a:pt x="26143" y="5464196"/>
                  </a:lnTo>
                  <a:lnTo>
                    <a:pt x="37369" y="5508858"/>
                  </a:lnTo>
                  <a:lnTo>
                    <a:pt x="50486" y="5552737"/>
                  </a:lnTo>
                  <a:lnTo>
                    <a:pt x="65449" y="5595786"/>
                  </a:lnTo>
                  <a:lnTo>
                    <a:pt x="82210" y="5637960"/>
                  </a:lnTo>
                  <a:lnTo>
                    <a:pt x="100725" y="5679211"/>
                  </a:lnTo>
                  <a:lnTo>
                    <a:pt x="120946" y="5719495"/>
                  </a:lnTo>
                  <a:lnTo>
                    <a:pt x="142827" y="5758764"/>
                  </a:lnTo>
                  <a:lnTo>
                    <a:pt x="166323" y="5796973"/>
                  </a:lnTo>
                  <a:lnTo>
                    <a:pt x="191388" y="5834075"/>
                  </a:lnTo>
                  <a:lnTo>
                    <a:pt x="217974" y="5870025"/>
                  </a:lnTo>
                  <a:lnTo>
                    <a:pt x="246036" y="5904775"/>
                  </a:lnTo>
                  <a:lnTo>
                    <a:pt x="275528" y="5938281"/>
                  </a:lnTo>
                  <a:lnTo>
                    <a:pt x="306403" y="5970495"/>
                  </a:lnTo>
                  <a:lnTo>
                    <a:pt x="338615" y="6001372"/>
                  </a:lnTo>
                  <a:lnTo>
                    <a:pt x="372119" y="6030865"/>
                  </a:lnTo>
                  <a:lnTo>
                    <a:pt x="406868" y="6058928"/>
                  </a:lnTo>
                  <a:lnTo>
                    <a:pt x="442815" y="6085516"/>
                  </a:lnTo>
                  <a:lnTo>
                    <a:pt x="479915" y="6110581"/>
                  </a:lnTo>
                  <a:lnTo>
                    <a:pt x="518122" y="6134078"/>
                  </a:lnTo>
                  <a:lnTo>
                    <a:pt x="557389" y="6155960"/>
                  </a:lnTo>
                  <a:lnTo>
                    <a:pt x="597670" y="6176182"/>
                  </a:lnTo>
                  <a:lnTo>
                    <a:pt x="638919" y="6194698"/>
                  </a:lnTo>
                  <a:lnTo>
                    <a:pt x="681089" y="6211460"/>
                  </a:lnTo>
                  <a:lnTo>
                    <a:pt x="724136" y="6226423"/>
                  </a:lnTo>
                  <a:lnTo>
                    <a:pt x="768011" y="6239541"/>
                  </a:lnTo>
                  <a:lnTo>
                    <a:pt x="812670" y="6250767"/>
                  </a:lnTo>
                  <a:lnTo>
                    <a:pt x="858067" y="6260056"/>
                  </a:lnTo>
                  <a:lnTo>
                    <a:pt x="904154" y="6267361"/>
                  </a:lnTo>
                  <a:lnTo>
                    <a:pt x="950885" y="6272636"/>
                  </a:lnTo>
                  <a:lnTo>
                    <a:pt x="998216" y="6275834"/>
                  </a:lnTo>
                  <a:lnTo>
                    <a:pt x="1046099" y="6276911"/>
                  </a:lnTo>
                  <a:lnTo>
                    <a:pt x="6488049" y="6276911"/>
                  </a:lnTo>
                  <a:lnTo>
                    <a:pt x="6535932" y="6275834"/>
                  </a:lnTo>
                  <a:lnTo>
                    <a:pt x="6583263" y="6272636"/>
                  </a:lnTo>
                  <a:lnTo>
                    <a:pt x="6629996" y="6267361"/>
                  </a:lnTo>
                  <a:lnTo>
                    <a:pt x="6676085" y="6260056"/>
                  </a:lnTo>
                  <a:lnTo>
                    <a:pt x="6721483" y="6250767"/>
                  </a:lnTo>
                  <a:lnTo>
                    <a:pt x="6766145" y="6239541"/>
                  </a:lnTo>
                  <a:lnTo>
                    <a:pt x="6810024" y="6226423"/>
                  </a:lnTo>
                  <a:lnTo>
                    <a:pt x="6853074" y="6211460"/>
                  </a:lnTo>
                  <a:lnTo>
                    <a:pt x="6895248" y="6194698"/>
                  </a:lnTo>
                  <a:lnTo>
                    <a:pt x="6936501" y="6176182"/>
                  </a:lnTo>
                  <a:lnTo>
                    <a:pt x="6976787" y="6155960"/>
                  </a:lnTo>
                  <a:lnTo>
                    <a:pt x="7016058" y="6134078"/>
                  </a:lnTo>
                  <a:lnTo>
                    <a:pt x="7054269" y="6110581"/>
                  </a:lnTo>
                  <a:lnTo>
                    <a:pt x="7091374" y="6085516"/>
                  </a:lnTo>
                  <a:lnTo>
                    <a:pt x="7127327" y="6058928"/>
                  </a:lnTo>
                  <a:lnTo>
                    <a:pt x="7162081" y="6030865"/>
                  </a:lnTo>
                  <a:lnTo>
                    <a:pt x="7195590" y="6001372"/>
                  </a:lnTo>
                  <a:lnTo>
                    <a:pt x="7227808" y="5970495"/>
                  </a:lnTo>
                  <a:lnTo>
                    <a:pt x="7258688" y="5938281"/>
                  </a:lnTo>
                  <a:lnTo>
                    <a:pt x="7288185" y="5904775"/>
                  </a:lnTo>
                  <a:lnTo>
                    <a:pt x="7316252" y="5870025"/>
                  </a:lnTo>
                  <a:lnTo>
                    <a:pt x="7342844" y="5834075"/>
                  </a:lnTo>
                  <a:lnTo>
                    <a:pt x="7367913" y="5796973"/>
                  </a:lnTo>
                  <a:lnTo>
                    <a:pt x="7391414" y="5758764"/>
                  </a:lnTo>
                  <a:lnTo>
                    <a:pt x="7413300" y="5719495"/>
                  </a:lnTo>
                  <a:lnTo>
                    <a:pt x="7433525" y="5679211"/>
                  </a:lnTo>
                  <a:lnTo>
                    <a:pt x="7452044" y="5637960"/>
                  </a:lnTo>
                  <a:lnTo>
                    <a:pt x="7468809" y="5595786"/>
                  </a:lnTo>
                  <a:lnTo>
                    <a:pt x="7483775" y="5552737"/>
                  </a:lnTo>
                  <a:lnTo>
                    <a:pt x="7496896" y="5508858"/>
                  </a:lnTo>
                  <a:lnTo>
                    <a:pt x="7508125" y="5464196"/>
                  </a:lnTo>
                  <a:lnTo>
                    <a:pt x="7517415" y="5418796"/>
                  </a:lnTo>
                  <a:lnTo>
                    <a:pt x="7524722" y="5372705"/>
                  </a:lnTo>
                  <a:lnTo>
                    <a:pt x="7529998" y="5325970"/>
                  </a:lnTo>
                  <a:lnTo>
                    <a:pt x="7533198" y="5278635"/>
                  </a:lnTo>
                  <a:lnTo>
                    <a:pt x="7534275" y="5230749"/>
                  </a:lnTo>
                  <a:lnTo>
                    <a:pt x="7534275" y="1046099"/>
                  </a:lnTo>
                  <a:lnTo>
                    <a:pt x="7533198" y="998216"/>
                  </a:lnTo>
                  <a:lnTo>
                    <a:pt x="7529998" y="950885"/>
                  </a:lnTo>
                  <a:lnTo>
                    <a:pt x="7524722" y="904154"/>
                  </a:lnTo>
                  <a:lnTo>
                    <a:pt x="7517415" y="858067"/>
                  </a:lnTo>
                  <a:lnTo>
                    <a:pt x="7508125" y="812670"/>
                  </a:lnTo>
                  <a:lnTo>
                    <a:pt x="7496896" y="768011"/>
                  </a:lnTo>
                  <a:lnTo>
                    <a:pt x="7483775" y="724136"/>
                  </a:lnTo>
                  <a:lnTo>
                    <a:pt x="7468809" y="681089"/>
                  </a:lnTo>
                  <a:lnTo>
                    <a:pt x="7452044" y="638919"/>
                  </a:lnTo>
                  <a:lnTo>
                    <a:pt x="7433525" y="597670"/>
                  </a:lnTo>
                  <a:lnTo>
                    <a:pt x="7413300" y="557389"/>
                  </a:lnTo>
                  <a:lnTo>
                    <a:pt x="7391414" y="518122"/>
                  </a:lnTo>
                  <a:lnTo>
                    <a:pt x="7367913" y="479915"/>
                  </a:lnTo>
                  <a:lnTo>
                    <a:pt x="7342844" y="442815"/>
                  </a:lnTo>
                  <a:lnTo>
                    <a:pt x="7316252" y="406868"/>
                  </a:lnTo>
                  <a:lnTo>
                    <a:pt x="7288185" y="372119"/>
                  </a:lnTo>
                  <a:lnTo>
                    <a:pt x="7258688" y="338615"/>
                  </a:lnTo>
                  <a:lnTo>
                    <a:pt x="7227808" y="306403"/>
                  </a:lnTo>
                  <a:lnTo>
                    <a:pt x="7195590" y="275528"/>
                  </a:lnTo>
                  <a:lnTo>
                    <a:pt x="7162081" y="246036"/>
                  </a:lnTo>
                  <a:lnTo>
                    <a:pt x="7127327" y="217974"/>
                  </a:lnTo>
                  <a:lnTo>
                    <a:pt x="7091374" y="191388"/>
                  </a:lnTo>
                  <a:lnTo>
                    <a:pt x="7054269" y="166323"/>
                  </a:lnTo>
                  <a:lnTo>
                    <a:pt x="7016058" y="142827"/>
                  </a:lnTo>
                  <a:lnTo>
                    <a:pt x="6976787" y="120946"/>
                  </a:lnTo>
                  <a:lnTo>
                    <a:pt x="6936501" y="100725"/>
                  </a:lnTo>
                  <a:lnTo>
                    <a:pt x="6895248" y="82210"/>
                  </a:lnTo>
                  <a:lnTo>
                    <a:pt x="6853074" y="65449"/>
                  </a:lnTo>
                  <a:lnTo>
                    <a:pt x="6810024" y="50486"/>
                  </a:lnTo>
                  <a:lnTo>
                    <a:pt x="6766145" y="37369"/>
                  </a:lnTo>
                  <a:lnTo>
                    <a:pt x="6721483" y="26143"/>
                  </a:lnTo>
                  <a:lnTo>
                    <a:pt x="6676085" y="16854"/>
                  </a:lnTo>
                  <a:lnTo>
                    <a:pt x="6629996" y="9550"/>
                  </a:lnTo>
                  <a:lnTo>
                    <a:pt x="6583263" y="4275"/>
                  </a:lnTo>
                  <a:lnTo>
                    <a:pt x="6535932" y="1076"/>
                  </a:lnTo>
                  <a:lnTo>
                    <a:pt x="6488049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00601" y="290575"/>
              <a:ext cx="7534275" cy="6276975"/>
            </a:xfrm>
            <a:custGeom>
              <a:avLst/>
              <a:gdLst/>
              <a:ahLst/>
              <a:cxnLst/>
              <a:rect l="l" t="t" r="r" b="b"/>
              <a:pathLst>
                <a:path w="7534275" h="6276975">
                  <a:moveTo>
                    <a:pt x="0" y="1046099"/>
                  </a:moveTo>
                  <a:lnTo>
                    <a:pt x="1076" y="998216"/>
                  </a:lnTo>
                  <a:lnTo>
                    <a:pt x="4275" y="950885"/>
                  </a:lnTo>
                  <a:lnTo>
                    <a:pt x="9550" y="904154"/>
                  </a:lnTo>
                  <a:lnTo>
                    <a:pt x="16854" y="858067"/>
                  </a:lnTo>
                  <a:lnTo>
                    <a:pt x="26143" y="812670"/>
                  </a:lnTo>
                  <a:lnTo>
                    <a:pt x="37369" y="768011"/>
                  </a:lnTo>
                  <a:lnTo>
                    <a:pt x="50486" y="724136"/>
                  </a:lnTo>
                  <a:lnTo>
                    <a:pt x="65449" y="681089"/>
                  </a:lnTo>
                  <a:lnTo>
                    <a:pt x="82210" y="638919"/>
                  </a:lnTo>
                  <a:lnTo>
                    <a:pt x="100725" y="597670"/>
                  </a:lnTo>
                  <a:lnTo>
                    <a:pt x="120946" y="557389"/>
                  </a:lnTo>
                  <a:lnTo>
                    <a:pt x="142827" y="518122"/>
                  </a:lnTo>
                  <a:lnTo>
                    <a:pt x="166323" y="479915"/>
                  </a:lnTo>
                  <a:lnTo>
                    <a:pt x="191388" y="442815"/>
                  </a:lnTo>
                  <a:lnTo>
                    <a:pt x="217974" y="406868"/>
                  </a:lnTo>
                  <a:lnTo>
                    <a:pt x="246036" y="372119"/>
                  </a:lnTo>
                  <a:lnTo>
                    <a:pt x="275528" y="338615"/>
                  </a:lnTo>
                  <a:lnTo>
                    <a:pt x="306403" y="306403"/>
                  </a:lnTo>
                  <a:lnTo>
                    <a:pt x="338615" y="275528"/>
                  </a:lnTo>
                  <a:lnTo>
                    <a:pt x="372119" y="246036"/>
                  </a:lnTo>
                  <a:lnTo>
                    <a:pt x="406868" y="217974"/>
                  </a:lnTo>
                  <a:lnTo>
                    <a:pt x="442815" y="191388"/>
                  </a:lnTo>
                  <a:lnTo>
                    <a:pt x="479915" y="166323"/>
                  </a:lnTo>
                  <a:lnTo>
                    <a:pt x="518122" y="142827"/>
                  </a:lnTo>
                  <a:lnTo>
                    <a:pt x="557389" y="120946"/>
                  </a:lnTo>
                  <a:lnTo>
                    <a:pt x="597670" y="100725"/>
                  </a:lnTo>
                  <a:lnTo>
                    <a:pt x="638919" y="82210"/>
                  </a:lnTo>
                  <a:lnTo>
                    <a:pt x="681089" y="65449"/>
                  </a:lnTo>
                  <a:lnTo>
                    <a:pt x="724136" y="50486"/>
                  </a:lnTo>
                  <a:lnTo>
                    <a:pt x="768011" y="37369"/>
                  </a:lnTo>
                  <a:lnTo>
                    <a:pt x="812670" y="26143"/>
                  </a:lnTo>
                  <a:lnTo>
                    <a:pt x="858067" y="16854"/>
                  </a:lnTo>
                  <a:lnTo>
                    <a:pt x="904154" y="9550"/>
                  </a:lnTo>
                  <a:lnTo>
                    <a:pt x="950885" y="4275"/>
                  </a:lnTo>
                  <a:lnTo>
                    <a:pt x="998216" y="1076"/>
                  </a:lnTo>
                  <a:lnTo>
                    <a:pt x="1046099" y="0"/>
                  </a:lnTo>
                  <a:lnTo>
                    <a:pt x="6488049" y="0"/>
                  </a:lnTo>
                  <a:lnTo>
                    <a:pt x="6535932" y="1076"/>
                  </a:lnTo>
                  <a:lnTo>
                    <a:pt x="6583263" y="4275"/>
                  </a:lnTo>
                  <a:lnTo>
                    <a:pt x="6629996" y="9550"/>
                  </a:lnTo>
                  <a:lnTo>
                    <a:pt x="6676085" y="16854"/>
                  </a:lnTo>
                  <a:lnTo>
                    <a:pt x="6721483" y="26143"/>
                  </a:lnTo>
                  <a:lnTo>
                    <a:pt x="6766145" y="37369"/>
                  </a:lnTo>
                  <a:lnTo>
                    <a:pt x="6810024" y="50486"/>
                  </a:lnTo>
                  <a:lnTo>
                    <a:pt x="6853074" y="65449"/>
                  </a:lnTo>
                  <a:lnTo>
                    <a:pt x="6895248" y="82210"/>
                  </a:lnTo>
                  <a:lnTo>
                    <a:pt x="6936501" y="100725"/>
                  </a:lnTo>
                  <a:lnTo>
                    <a:pt x="6976787" y="120946"/>
                  </a:lnTo>
                  <a:lnTo>
                    <a:pt x="7016058" y="142827"/>
                  </a:lnTo>
                  <a:lnTo>
                    <a:pt x="7054269" y="166323"/>
                  </a:lnTo>
                  <a:lnTo>
                    <a:pt x="7091374" y="191388"/>
                  </a:lnTo>
                  <a:lnTo>
                    <a:pt x="7127327" y="217974"/>
                  </a:lnTo>
                  <a:lnTo>
                    <a:pt x="7162081" y="246036"/>
                  </a:lnTo>
                  <a:lnTo>
                    <a:pt x="7195590" y="275528"/>
                  </a:lnTo>
                  <a:lnTo>
                    <a:pt x="7227808" y="306403"/>
                  </a:lnTo>
                  <a:lnTo>
                    <a:pt x="7258688" y="338615"/>
                  </a:lnTo>
                  <a:lnTo>
                    <a:pt x="7288185" y="372119"/>
                  </a:lnTo>
                  <a:lnTo>
                    <a:pt x="7316252" y="406868"/>
                  </a:lnTo>
                  <a:lnTo>
                    <a:pt x="7342844" y="442815"/>
                  </a:lnTo>
                  <a:lnTo>
                    <a:pt x="7367913" y="479915"/>
                  </a:lnTo>
                  <a:lnTo>
                    <a:pt x="7391414" y="518122"/>
                  </a:lnTo>
                  <a:lnTo>
                    <a:pt x="7413300" y="557389"/>
                  </a:lnTo>
                  <a:lnTo>
                    <a:pt x="7433525" y="597670"/>
                  </a:lnTo>
                  <a:lnTo>
                    <a:pt x="7452044" y="638919"/>
                  </a:lnTo>
                  <a:lnTo>
                    <a:pt x="7468809" y="681089"/>
                  </a:lnTo>
                  <a:lnTo>
                    <a:pt x="7483775" y="724136"/>
                  </a:lnTo>
                  <a:lnTo>
                    <a:pt x="7496896" y="768011"/>
                  </a:lnTo>
                  <a:lnTo>
                    <a:pt x="7508125" y="812670"/>
                  </a:lnTo>
                  <a:lnTo>
                    <a:pt x="7517415" y="858067"/>
                  </a:lnTo>
                  <a:lnTo>
                    <a:pt x="7524722" y="904154"/>
                  </a:lnTo>
                  <a:lnTo>
                    <a:pt x="7529998" y="950885"/>
                  </a:lnTo>
                  <a:lnTo>
                    <a:pt x="7533198" y="998216"/>
                  </a:lnTo>
                  <a:lnTo>
                    <a:pt x="7534275" y="1046099"/>
                  </a:lnTo>
                  <a:lnTo>
                    <a:pt x="7534275" y="5230749"/>
                  </a:lnTo>
                  <a:lnTo>
                    <a:pt x="7533198" y="5278635"/>
                  </a:lnTo>
                  <a:lnTo>
                    <a:pt x="7529998" y="5325970"/>
                  </a:lnTo>
                  <a:lnTo>
                    <a:pt x="7524722" y="5372705"/>
                  </a:lnTo>
                  <a:lnTo>
                    <a:pt x="7517415" y="5418796"/>
                  </a:lnTo>
                  <a:lnTo>
                    <a:pt x="7508125" y="5464196"/>
                  </a:lnTo>
                  <a:lnTo>
                    <a:pt x="7496896" y="5508858"/>
                  </a:lnTo>
                  <a:lnTo>
                    <a:pt x="7483775" y="5552737"/>
                  </a:lnTo>
                  <a:lnTo>
                    <a:pt x="7468809" y="5595786"/>
                  </a:lnTo>
                  <a:lnTo>
                    <a:pt x="7452044" y="5637960"/>
                  </a:lnTo>
                  <a:lnTo>
                    <a:pt x="7433525" y="5679211"/>
                  </a:lnTo>
                  <a:lnTo>
                    <a:pt x="7413300" y="5719495"/>
                  </a:lnTo>
                  <a:lnTo>
                    <a:pt x="7391414" y="5758764"/>
                  </a:lnTo>
                  <a:lnTo>
                    <a:pt x="7367913" y="5796973"/>
                  </a:lnTo>
                  <a:lnTo>
                    <a:pt x="7342844" y="5834075"/>
                  </a:lnTo>
                  <a:lnTo>
                    <a:pt x="7316252" y="5870025"/>
                  </a:lnTo>
                  <a:lnTo>
                    <a:pt x="7288185" y="5904775"/>
                  </a:lnTo>
                  <a:lnTo>
                    <a:pt x="7258688" y="5938281"/>
                  </a:lnTo>
                  <a:lnTo>
                    <a:pt x="7227808" y="5970495"/>
                  </a:lnTo>
                  <a:lnTo>
                    <a:pt x="7195590" y="6001372"/>
                  </a:lnTo>
                  <a:lnTo>
                    <a:pt x="7162081" y="6030865"/>
                  </a:lnTo>
                  <a:lnTo>
                    <a:pt x="7127327" y="6058928"/>
                  </a:lnTo>
                  <a:lnTo>
                    <a:pt x="7091374" y="6085516"/>
                  </a:lnTo>
                  <a:lnTo>
                    <a:pt x="7054269" y="6110581"/>
                  </a:lnTo>
                  <a:lnTo>
                    <a:pt x="7016058" y="6134078"/>
                  </a:lnTo>
                  <a:lnTo>
                    <a:pt x="6976787" y="6155960"/>
                  </a:lnTo>
                  <a:lnTo>
                    <a:pt x="6936501" y="6176182"/>
                  </a:lnTo>
                  <a:lnTo>
                    <a:pt x="6895248" y="6194698"/>
                  </a:lnTo>
                  <a:lnTo>
                    <a:pt x="6853074" y="6211460"/>
                  </a:lnTo>
                  <a:lnTo>
                    <a:pt x="6810024" y="6226423"/>
                  </a:lnTo>
                  <a:lnTo>
                    <a:pt x="6766145" y="6239541"/>
                  </a:lnTo>
                  <a:lnTo>
                    <a:pt x="6721483" y="6250767"/>
                  </a:lnTo>
                  <a:lnTo>
                    <a:pt x="6676085" y="6260056"/>
                  </a:lnTo>
                  <a:lnTo>
                    <a:pt x="6629996" y="6267361"/>
                  </a:lnTo>
                  <a:lnTo>
                    <a:pt x="6583263" y="6272636"/>
                  </a:lnTo>
                  <a:lnTo>
                    <a:pt x="6535932" y="6275834"/>
                  </a:lnTo>
                  <a:lnTo>
                    <a:pt x="6488049" y="6276911"/>
                  </a:lnTo>
                  <a:lnTo>
                    <a:pt x="1046099" y="6276911"/>
                  </a:lnTo>
                  <a:lnTo>
                    <a:pt x="998216" y="6275834"/>
                  </a:lnTo>
                  <a:lnTo>
                    <a:pt x="950885" y="6272636"/>
                  </a:lnTo>
                  <a:lnTo>
                    <a:pt x="904154" y="6267361"/>
                  </a:lnTo>
                  <a:lnTo>
                    <a:pt x="858067" y="6260056"/>
                  </a:lnTo>
                  <a:lnTo>
                    <a:pt x="812670" y="6250767"/>
                  </a:lnTo>
                  <a:lnTo>
                    <a:pt x="768011" y="6239541"/>
                  </a:lnTo>
                  <a:lnTo>
                    <a:pt x="724136" y="6226423"/>
                  </a:lnTo>
                  <a:lnTo>
                    <a:pt x="681089" y="6211460"/>
                  </a:lnTo>
                  <a:lnTo>
                    <a:pt x="638919" y="6194698"/>
                  </a:lnTo>
                  <a:lnTo>
                    <a:pt x="597670" y="6176182"/>
                  </a:lnTo>
                  <a:lnTo>
                    <a:pt x="557389" y="6155960"/>
                  </a:lnTo>
                  <a:lnTo>
                    <a:pt x="518122" y="6134078"/>
                  </a:lnTo>
                  <a:lnTo>
                    <a:pt x="479915" y="6110581"/>
                  </a:lnTo>
                  <a:lnTo>
                    <a:pt x="442815" y="6085516"/>
                  </a:lnTo>
                  <a:lnTo>
                    <a:pt x="406868" y="6058928"/>
                  </a:lnTo>
                  <a:lnTo>
                    <a:pt x="372119" y="6030865"/>
                  </a:lnTo>
                  <a:lnTo>
                    <a:pt x="338615" y="6001372"/>
                  </a:lnTo>
                  <a:lnTo>
                    <a:pt x="306403" y="5970495"/>
                  </a:lnTo>
                  <a:lnTo>
                    <a:pt x="275528" y="5938281"/>
                  </a:lnTo>
                  <a:lnTo>
                    <a:pt x="246036" y="5904775"/>
                  </a:lnTo>
                  <a:lnTo>
                    <a:pt x="217974" y="5870025"/>
                  </a:lnTo>
                  <a:lnTo>
                    <a:pt x="191388" y="5834075"/>
                  </a:lnTo>
                  <a:lnTo>
                    <a:pt x="166323" y="5796973"/>
                  </a:lnTo>
                  <a:lnTo>
                    <a:pt x="142827" y="5758764"/>
                  </a:lnTo>
                  <a:lnTo>
                    <a:pt x="120946" y="5719495"/>
                  </a:lnTo>
                  <a:lnTo>
                    <a:pt x="100725" y="5679211"/>
                  </a:lnTo>
                  <a:lnTo>
                    <a:pt x="82210" y="5637960"/>
                  </a:lnTo>
                  <a:lnTo>
                    <a:pt x="65449" y="5595786"/>
                  </a:lnTo>
                  <a:lnTo>
                    <a:pt x="50486" y="5552737"/>
                  </a:lnTo>
                  <a:lnTo>
                    <a:pt x="37369" y="5508858"/>
                  </a:lnTo>
                  <a:lnTo>
                    <a:pt x="26143" y="5464196"/>
                  </a:lnTo>
                  <a:lnTo>
                    <a:pt x="16854" y="5418796"/>
                  </a:lnTo>
                  <a:lnTo>
                    <a:pt x="9550" y="5372705"/>
                  </a:lnTo>
                  <a:lnTo>
                    <a:pt x="4275" y="5325970"/>
                  </a:lnTo>
                  <a:lnTo>
                    <a:pt x="1076" y="5278635"/>
                  </a:lnTo>
                  <a:lnTo>
                    <a:pt x="0" y="5230749"/>
                  </a:lnTo>
                  <a:lnTo>
                    <a:pt x="0" y="1046099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051685" marR="5080" indent="-2039620">
              <a:lnSpc>
                <a:spcPts val="2180"/>
              </a:lnSpc>
              <a:spcBef>
                <a:spcPts val="380"/>
              </a:spcBef>
            </a:pPr>
            <a:r>
              <a:rPr spc="-25" dirty="0"/>
              <a:t>INTRODUCTION:</a:t>
            </a:r>
            <a:r>
              <a:rPr spc="-15" dirty="0"/>
              <a:t> </a:t>
            </a:r>
            <a:r>
              <a:rPr spc="-25" dirty="0"/>
              <a:t>MODULE</a:t>
            </a:r>
            <a:r>
              <a:rPr spc="-120" dirty="0"/>
              <a:t> </a:t>
            </a:r>
            <a:r>
              <a:rPr dirty="0"/>
              <a:t>1</a:t>
            </a:r>
            <a:r>
              <a:rPr spc="-65" dirty="0"/>
              <a:t> </a:t>
            </a:r>
            <a:r>
              <a:rPr dirty="0"/>
              <a:t>→</a:t>
            </a:r>
            <a:r>
              <a:rPr spc="-100" dirty="0"/>
              <a:t> </a:t>
            </a:r>
            <a:r>
              <a:rPr dirty="0"/>
              <a:t>OUR</a:t>
            </a:r>
            <a:r>
              <a:rPr spc="-90" dirty="0"/>
              <a:t> </a:t>
            </a:r>
            <a:r>
              <a:rPr spc="-10" dirty="0"/>
              <a:t>PROJECT </a:t>
            </a:r>
            <a:r>
              <a:rPr spc="-40" dirty="0"/>
              <a:t>PARK-</a:t>
            </a:r>
            <a:r>
              <a:rPr spc="-10" dirty="0"/>
              <a:t>LOGIC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815" indent="-285115">
              <a:lnSpc>
                <a:spcPts val="1795"/>
              </a:lnSpc>
              <a:spcBef>
                <a:spcPts val="125"/>
              </a:spcBef>
              <a:buFont typeface="Arial"/>
              <a:buChar char="•"/>
              <a:tabLst>
                <a:tab pos="297815" algn="l"/>
              </a:tabLst>
            </a:pPr>
            <a:r>
              <a:rPr dirty="0"/>
              <a:t>SMART</a:t>
            </a:r>
            <a:r>
              <a:rPr spc="175" dirty="0"/>
              <a:t> </a:t>
            </a:r>
            <a:r>
              <a:rPr dirty="0"/>
              <a:t>PARKING</a:t>
            </a:r>
            <a:r>
              <a:rPr spc="185" dirty="0"/>
              <a:t> </a:t>
            </a:r>
            <a:r>
              <a:rPr dirty="0"/>
              <a:t>SLOT</a:t>
            </a:r>
            <a:r>
              <a:rPr spc="180" dirty="0"/>
              <a:t> </a:t>
            </a:r>
            <a:r>
              <a:rPr dirty="0"/>
              <a:t>AVAILABILITY&amp;</a:t>
            </a:r>
            <a:r>
              <a:rPr spc="170" dirty="0"/>
              <a:t> </a:t>
            </a:r>
            <a:r>
              <a:rPr dirty="0"/>
              <a:t>ENTRY</a:t>
            </a:r>
            <a:r>
              <a:rPr spc="145" dirty="0"/>
              <a:t> </a:t>
            </a:r>
            <a:r>
              <a:rPr dirty="0"/>
              <a:t>CONTROL</a:t>
            </a:r>
            <a:r>
              <a:rPr spc="145" dirty="0"/>
              <a:t> </a:t>
            </a:r>
            <a:r>
              <a:rPr spc="-10" dirty="0"/>
              <a:t>SYSTEM</a:t>
            </a:r>
          </a:p>
          <a:p>
            <a:pPr marL="297815" indent="-285115">
              <a:lnSpc>
                <a:spcPts val="1795"/>
              </a:lnSpc>
              <a:buFont typeface="Arial"/>
              <a:buChar char="•"/>
              <a:tabLst>
                <a:tab pos="297815" algn="l"/>
              </a:tabLst>
            </a:pPr>
            <a:r>
              <a:rPr b="0" dirty="0">
                <a:latin typeface="Goudy Old Style"/>
                <a:cs typeface="Goudy Old Style"/>
              </a:rPr>
              <a:t>MODULE</a:t>
            </a:r>
            <a:r>
              <a:rPr b="0" spc="11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1</a:t>
            </a:r>
            <a:r>
              <a:rPr b="0" spc="110" dirty="0">
                <a:latin typeface="Goudy Old Style"/>
                <a:cs typeface="Goudy Old Style"/>
              </a:rPr>
              <a:t> </a:t>
            </a:r>
            <a:r>
              <a:rPr b="0" spc="-10" dirty="0">
                <a:latin typeface="Goudy Old Style"/>
                <a:cs typeface="Goudy Old Style"/>
              </a:rPr>
              <a:t>CONNECTION:</a:t>
            </a: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737"/>
              </a:buClr>
              <a:buFont typeface="Arial"/>
              <a:buChar char="•"/>
            </a:pPr>
            <a:endParaRPr b="0" spc="-10" dirty="0">
              <a:latin typeface="Goudy Old Style"/>
              <a:cs typeface="Goudy Old Style"/>
            </a:endParaRPr>
          </a:p>
          <a:p>
            <a:pPr marL="298450" marR="182245" indent="-285750">
              <a:lnSpc>
                <a:spcPts val="1730"/>
              </a:lnSpc>
              <a:buFont typeface="Arial"/>
              <a:buChar char="•"/>
              <a:tabLst>
                <a:tab pos="298450" algn="l"/>
              </a:tabLst>
            </a:pPr>
            <a:r>
              <a:rPr b="0" dirty="0">
                <a:latin typeface="Goudy Old Style"/>
                <a:cs typeface="Goudy Old Style"/>
              </a:rPr>
              <a:t>COMPUTERS</a:t>
            </a:r>
            <a:r>
              <a:rPr b="0" spc="20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PROCESS</a:t>
            </a:r>
            <a:r>
              <a:rPr b="0" spc="20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INFORMATION</a:t>
            </a:r>
            <a:r>
              <a:rPr b="0" spc="20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USING</a:t>
            </a:r>
            <a:r>
              <a:rPr b="0" spc="17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DIGITAL</a:t>
            </a:r>
            <a:r>
              <a:rPr b="0" spc="21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SIGNALS</a:t>
            </a:r>
            <a:r>
              <a:rPr b="0" spc="204" dirty="0">
                <a:latin typeface="Goudy Old Style"/>
                <a:cs typeface="Goudy Old Style"/>
              </a:rPr>
              <a:t> </a:t>
            </a:r>
            <a:r>
              <a:rPr b="0" spc="-25" dirty="0">
                <a:latin typeface="Goudy Old Style"/>
                <a:cs typeface="Goudy Old Style"/>
              </a:rPr>
              <a:t>(0 </a:t>
            </a:r>
            <a:r>
              <a:rPr b="0" dirty="0">
                <a:latin typeface="Goudy Old Style"/>
                <a:cs typeface="Goudy Old Style"/>
              </a:rPr>
              <a:t>AND</a:t>
            </a:r>
            <a:r>
              <a:rPr b="0" spc="85" dirty="0">
                <a:latin typeface="Goudy Old Style"/>
                <a:cs typeface="Goudy Old Style"/>
              </a:rPr>
              <a:t> </a:t>
            </a:r>
            <a:r>
              <a:rPr b="0" spc="-25" dirty="0">
                <a:latin typeface="Goudy Old Style"/>
                <a:cs typeface="Goudy Old Style"/>
              </a:rPr>
              <a:t>1).</a:t>
            </a:r>
          </a:p>
          <a:p>
            <a:pPr marL="298450" marR="585470">
              <a:lnSpc>
                <a:spcPts val="1730"/>
              </a:lnSpc>
              <a:spcBef>
                <a:spcPts val="1720"/>
              </a:spcBef>
            </a:pPr>
            <a:r>
              <a:rPr b="0" dirty="0">
                <a:latin typeface="Goudy Old Style"/>
                <a:cs typeface="Goudy Old Style"/>
              </a:rPr>
              <a:t>REAL-WORLD</a:t>
            </a:r>
            <a:r>
              <a:rPr b="0" spc="15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PROBLEMS</a:t>
            </a:r>
            <a:r>
              <a:rPr b="0" spc="16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CAN</a:t>
            </a:r>
            <a:r>
              <a:rPr b="0" spc="16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BE</a:t>
            </a:r>
            <a:r>
              <a:rPr b="0" spc="19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CONVERTED</a:t>
            </a:r>
            <a:r>
              <a:rPr b="0" spc="16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INTO</a:t>
            </a:r>
            <a:r>
              <a:rPr b="0" spc="165" dirty="0">
                <a:latin typeface="Goudy Old Style"/>
                <a:cs typeface="Goudy Old Style"/>
              </a:rPr>
              <a:t> </a:t>
            </a:r>
            <a:r>
              <a:rPr b="0" spc="-10" dirty="0">
                <a:latin typeface="Goudy Old Style"/>
                <a:cs typeface="Goudy Old Style"/>
              </a:rPr>
              <a:t>DIGITAL LOGIC.</a:t>
            </a:r>
          </a:p>
          <a:p>
            <a:pPr marL="297815" indent="-285115">
              <a:lnSpc>
                <a:spcPct val="100000"/>
              </a:lnSpc>
              <a:spcBef>
                <a:spcPts val="1560"/>
              </a:spcBef>
              <a:buFont typeface="Arial"/>
              <a:buChar char="•"/>
              <a:tabLst>
                <a:tab pos="297815" algn="l"/>
              </a:tabLst>
            </a:pPr>
            <a:r>
              <a:rPr b="0" dirty="0">
                <a:latin typeface="Goudy Old Style"/>
                <a:cs typeface="Goudy Old Style"/>
              </a:rPr>
              <a:t>OUR</a:t>
            </a:r>
            <a:r>
              <a:rPr b="0" spc="17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PROJECT</a:t>
            </a:r>
            <a:r>
              <a:rPr b="0" spc="9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APPLIES</a:t>
            </a:r>
            <a:r>
              <a:rPr b="0" spc="11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THIS</a:t>
            </a:r>
            <a:r>
              <a:rPr b="0" spc="11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IDEA</a:t>
            </a:r>
            <a:r>
              <a:rPr b="0" spc="7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TO</a:t>
            </a:r>
            <a:r>
              <a:rPr b="0" spc="114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A</a:t>
            </a:r>
            <a:r>
              <a:rPr b="0" spc="16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PARKING</a:t>
            </a:r>
            <a:r>
              <a:rPr b="0" spc="85" dirty="0">
                <a:latin typeface="Goudy Old Style"/>
                <a:cs typeface="Goudy Old Style"/>
              </a:rPr>
              <a:t> </a:t>
            </a:r>
            <a:r>
              <a:rPr b="0" spc="-10" dirty="0">
                <a:latin typeface="Goudy Old Style"/>
                <a:cs typeface="Goudy Old Style"/>
              </a:rPr>
              <a:t>SYSTEM</a:t>
            </a:r>
          </a:p>
          <a:p>
            <a:pPr marL="297815" indent="-285115">
              <a:lnSpc>
                <a:spcPts val="1795"/>
              </a:lnSpc>
              <a:spcBef>
                <a:spcPts val="1670"/>
              </a:spcBef>
              <a:buFont typeface="Arial"/>
              <a:buChar char="•"/>
              <a:tabLst>
                <a:tab pos="297815" algn="l"/>
              </a:tabLst>
            </a:pPr>
            <a:r>
              <a:rPr dirty="0"/>
              <a:t>REAL-WORLD</a:t>
            </a:r>
            <a:r>
              <a:rPr spc="220" dirty="0"/>
              <a:t> </a:t>
            </a:r>
            <a:r>
              <a:rPr dirty="0"/>
              <a:t>PROBLEM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spc="185" dirty="0">
                <a:latin typeface="Times New Roman"/>
                <a:cs typeface="Times New Roman"/>
              </a:rPr>
              <a:t> </a:t>
            </a:r>
            <a:r>
              <a:rPr dirty="0"/>
              <a:t>DIGITAL</a:t>
            </a:r>
            <a:r>
              <a:rPr spc="225" dirty="0"/>
              <a:t> </a:t>
            </a:r>
            <a:r>
              <a:rPr dirty="0"/>
              <a:t>INPUTS</a:t>
            </a:r>
            <a:r>
              <a:rPr dirty="0">
                <a:latin typeface="Times New Roman"/>
                <a:cs typeface="Times New Roman"/>
              </a:rPr>
              <a:t>→</a:t>
            </a:r>
            <a:r>
              <a:rPr spc="180" dirty="0">
                <a:latin typeface="Times New Roman"/>
                <a:cs typeface="Times New Roman"/>
              </a:rPr>
              <a:t> </a:t>
            </a:r>
            <a:r>
              <a:rPr dirty="0"/>
              <a:t>LOGIC</a:t>
            </a:r>
            <a:r>
              <a:rPr spc="105" dirty="0"/>
              <a:t> </a:t>
            </a:r>
            <a:r>
              <a:rPr spc="-10" dirty="0"/>
              <a:t>GATES</a:t>
            </a:r>
          </a:p>
          <a:p>
            <a:pPr marL="298450">
              <a:lnSpc>
                <a:spcPts val="1789"/>
              </a:lnSpc>
            </a:pPr>
            <a:r>
              <a:rPr spc="-10" dirty="0">
                <a:latin typeface="Times New Roman"/>
                <a:cs typeface="Times New Roman"/>
              </a:rPr>
              <a:t>→</a:t>
            </a:r>
            <a:r>
              <a:rPr spc="-10" dirty="0"/>
              <a:t>OUTPUT</a:t>
            </a: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pc="-10" dirty="0"/>
          </a:p>
          <a:p>
            <a:pPr marL="298450" marR="44450" indent="-285750">
              <a:lnSpc>
                <a:spcPts val="1730"/>
              </a:lnSpc>
              <a:buFont typeface="Arial"/>
              <a:buChar char="•"/>
              <a:tabLst>
                <a:tab pos="298450" algn="l"/>
              </a:tabLst>
            </a:pPr>
            <a:r>
              <a:rPr b="0" dirty="0">
                <a:latin typeface="Goudy Old Style"/>
                <a:cs typeface="Goudy Old Style"/>
              </a:rPr>
              <a:t>OUR</a:t>
            </a:r>
            <a:r>
              <a:rPr b="0" spc="18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GOAL:</a:t>
            </a:r>
            <a:r>
              <a:rPr b="0" spc="15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DETERMINE</a:t>
            </a:r>
            <a:r>
              <a:rPr b="0" spc="14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WHETHER</a:t>
            </a:r>
            <a:r>
              <a:rPr b="0" spc="9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A</a:t>
            </a:r>
            <a:r>
              <a:rPr b="0" spc="16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PARKING</a:t>
            </a:r>
            <a:r>
              <a:rPr b="0" spc="10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SLOT</a:t>
            </a:r>
            <a:r>
              <a:rPr b="0" spc="12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IS</a:t>
            </a:r>
            <a:r>
              <a:rPr b="0" spc="114" dirty="0">
                <a:latin typeface="Goudy Old Style"/>
                <a:cs typeface="Goudy Old Style"/>
              </a:rPr>
              <a:t> </a:t>
            </a:r>
            <a:r>
              <a:rPr b="0" spc="-10" dirty="0">
                <a:latin typeface="Goudy Old Style"/>
                <a:cs typeface="Goudy Old Style"/>
              </a:rPr>
              <a:t>AVAILABLE </a:t>
            </a:r>
            <a:r>
              <a:rPr b="0" dirty="0">
                <a:latin typeface="Goudy Old Style"/>
                <a:cs typeface="Goudy Old Style"/>
              </a:rPr>
              <a:t>ANDGENERATE</a:t>
            </a:r>
            <a:r>
              <a:rPr b="0" spc="22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AN</a:t>
            </a:r>
            <a:r>
              <a:rPr b="0" spc="215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IMMEDIATE</a:t>
            </a:r>
            <a:r>
              <a:rPr b="0" spc="140" dirty="0">
                <a:latin typeface="Goudy Old Style"/>
                <a:cs typeface="Goudy Old Style"/>
              </a:rPr>
              <a:t> </a:t>
            </a:r>
            <a:r>
              <a:rPr b="0" dirty="0">
                <a:latin typeface="Goudy Old Style"/>
                <a:cs typeface="Goudy Old Style"/>
              </a:rPr>
              <a:t>ENTRY</a:t>
            </a:r>
            <a:r>
              <a:rPr b="0" spc="245" dirty="0">
                <a:latin typeface="Goudy Old Style"/>
                <a:cs typeface="Goudy Old Style"/>
              </a:rPr>
              <a:t> </a:t>
            </a:r>
            <a:r>
              <a:rPr b="0" spc="-10" dirty="0">
                <a:latin typeface="Goudy Old Style"/>
                <a:cs typeface="Goudy Old Style"/>
              </a:rPr>
              <a:t>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6F0DF-F740-3EEA-C261-1B572FB5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6C5C218-A038-3291-91B9-7A9798D4A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051685" marR="5080" indent="-203962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b="1" kern="1200" spc="-10" dirty="0">
                <a:solidFill>
                  <a:srgbClr val="FFFFFF"/>
                </a:solidFill>
                <a:latin typeface="+mj-lt"/>
                <a:cs typeface="+mj-cs"/>
              </a:rPr>
              <a:t>        </a:t>
            </a:r>
            <a:r>
              <a:rPr lang="en-US" sz="4000" b="1" kern="1200" spc="-1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15B5953-1E8E-1BC1-E119-4A3E13C35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56522" y="5633765"/>
            <a:ext cx="340855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  <a:tabLst>
                <a:tab pos="297815" algn="l"/>
              </a:tabLst>
            </a:pPr>
            <a:r>
              <a:rPr lang="en-US" sz="2000" b="0" kern="1200" spc="-1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3318B-F16E-5B20-B7C4-1975CF9A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" y="-5408"/>
            <a:ext cx="12174627" cy="528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1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781800" cy="6858000"/>
          </a:xfrm>
          <a:custGeom>
            <a:avLst/>
            <a:gdLst/>
            <a:ahLst/>
            <a:cxnLst/>
            <a:rect l="l" t="t" r="r" b="b"/>
            <a:pathLst>
              <a:path w="6781800" h="6858000">
                <a:moveTo>
                  <a:pt x="6781800" y="0"/>
                </a:moveTo>
                <a:lnTo>
                  <a:pt x="0" y="0"/>
                </a:lnTo>
                <a:lnTo>
                  <a:pt x="0" y="6858000"/>
                </a:lnTo>
                <a:lnTo>
                  <a:pt x="6781800" y="6858000"/>
                </a:lnTo>
                <a:lnTo>
                  <a:pt x="6781800" y="0"/>
                </a:lnTo>
                <a:close/>
              </a:path>
            </a:pathLst>
          </a:custGeom>
          <a:solidFill>
            <a:srgbClr val="54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70534" y="652399"/>
            <a:ext cx="57937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D</a:t>
            </a:r>
            <a:r>
              <a:rPr b="1" spc="-24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I</a:t>
            </a:r>
            <a:r>
              <a:rPr b="1" spc="-16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125" dirty="0">
                <a:solidFill>
                  <a:srgbClr val="EDF1EF"/>
                </a:solidFill>
                <a:latin typeface="Goudy Old Style"/>
                <a:cs typeface="Goudy Old Style"/>
              </a:rPr>
              <a:t>GI</a:t>
            </a:r>
            <a:r>
              <a:rPr b="1" spc="-16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T</a:t>
            </a:r>
            <a:r>
              <a:rPr b="1" spc="-229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135" dirty="0">
                <a:solidFill>
                  <a:srgbClr val="EDF1EF"/>
                </a:solidFill>
                <a:latin typeface="Goudy Old Style"/>
                <a:cs typeface="Goudy Old Style"/>
              </a:rPr>
              <a:t>AL</a:t>
            </a:r>
            <a:r>
              <a:rPr b="1" spc="65" dirty="0">
                <a:solidFill>
                  <a:srgbClr val="EDF1EF"/>
                </a:solidFill>
                <a:latin typeface="Goudy Old Style"/>
                <a:cs typeface="Goudy Old Style"/>
              </a:rPr>
              <a:t>  </a:t>
            </a:r>
            <a:r>
              <a:rPr b="1" spc="135" dirty="0">
                <a:solidFill>
                  <a:srgbClr val="EDF1EF"/>
                </a:solidFill>
                <a:latin typeface="Goudy Old Style"/>
                <a:cs typeface="Goudy Old Style"/>
              </a:rPr>
              <a:t>RE</a:t>
            </a:r>
            <a:r>
              <a:rPr b="1" spc="-19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135" dirty="0">
                <a:solidFill>
                  <a:srgbClr val="EDF1EF"/>
                </a:solidFill>
                <a:latin typeface="Goudy Old Style"/>
                <a:cs typeface="Goudy Old Style"/>
              </a:rPr>
              <a:t>PR</a:t>
            </a:r>
            <a:r>
              <a:rPr b="1" spc="-17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114" dirty="0">
                <a:solidFill>
                  <a:srgbClr val="EDF1EF"/>
                </a:solidFill>
                <a:latin typeface="Goudy Old Style"/>
                <a:cs typeface="Goudy Old Style"/>
              </a:rPr>
              <a:t>ES</a:t>
            </a:r>
            <a:r>
              <a:rPr b="1" spc="-21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E</a:t>
            </a:r>
            <a:r>
              <a:rPr b="1" spc="-19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N</a:t>
            </a:r>
            <a:r>
              <a:rPr b="1" spc="-24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T</a:t>
            </a:r>
            <a:r>
              <a:rPr b="1" spc="-22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A</a:t>
            </a:r>
            <a:r>
              <a:rPr b="1" spc="-16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T</a:t>
            </a:r>
            <a:r>
              <a:rPr b="1" spc="-229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I</a:t>
            </a:r>
            <a:r>
              <a:rPr b="1" spc="-23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O</a:t>
            </a:r>
            <a:r>
              <a:rPr b="1" spc="-19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N</a:t>
            </a:r>
            <a:r>
              <a:rPr b="1" spc="55" dirty="0">
                <a:solidFill>
                  <a:srgbClr val="EDF1EF"/>
                </a:solidFill>
                <a:latin typeface="Goudy Old Style"/>
                <a:cs typeface="Goudy Old Style"/>
              </a:rPr>
              <a:t> 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&amp;</a:t>
            </a:r>
            <a:r>
              <a:rPr b="1" spc="40" dirty="0">
                <a:solidFill>
                  <a:srgbClr val="EDF1EF"/>
                </a:solidFill>
                <a:latin typeface="Goudy Old Style"/>
                <a:cs typeface="Goudy Old Style"/>
              </a:rPr>
              <a:t> 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I</a:t>
            </a:r>
            <a:r>
              <a:rPr b="1" spc="-24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N</a:t>
            </a:r>
            <a:r>
              <a:rPr b="1" spc="-235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dirty="0">
                <a:solidFill>
                  <a:srgbClr val="EDF1EF"/>
                </a:solidFill>
                <a:latin typeface="Goudy Old Style"/>
                <a:cs typeface="Goudy Old Style"/>
              </a:rPr>
              <a:t>P</a:t>
            </a:r>
            <a:r>
              <a:rPr b="1" spc="-170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135" dirty="0">
                <a:solidFill>
                  <a:srgbClr val="EDF1EF"/>
                </a:solidFill>
                <a:latin typeface="Goudy Old Style"/>
                <a:cs typeface="Goudy Old Style"/>
              </a:rPr>
              <a:t>UT</a:t>
            </a:r>
            <a:r>
              <a:rPr b="1" spc="-229" dirty="0">
                <a:solidFill>
                  <a:srgbClr val="EDF1EF"/>
                </a:solidFill>
                <a:latin typeface="Goudy Old Style"/>
                <a:cs typeface="Goudy Old Style"/>
              </a:rPr>
              <a:t> </a:t>
            </a:r>
            <a:r>
              <a:rPr b="1" spc="-50" dirty="0">
                <a:solidFill>
                  <a:srgbClr val="EDF1EF"/>
                </a:solidFill>
                <a:latin typeface="Goudy Old Style"/>
                <a:cs typeface="Goudy Old Style"/>
              </a:rPr>
              <a:t>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5300" y="4133786"/>
            <a:ext cx="633730" cy="728980"/>
            <a:chOff x="495300" y="4133786"/>
            <a:chExt cx="633730" cy="7289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4133786"/>
              <a:ext cx="633412" cy="4810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4381436"/>
              <a:ext cx="633412" cy="4810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44170" y="928961"/>
            <a:ext cx="5617845" cy="50412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98450" algn="l"/>
              </a:tabLst>
            </a:pPr>
            <a:r>
              <a:rPr sz="2000" dirty="0">
                <a:latin typeface="Goudy Old Style"/>
                <a:cs typeface="Goudy Old Style"/>
              </a:rPr>
              <a:t>H</a:t>
            </a:r>
            <a:r>
              <a:rPr sz="2000" spc="-175" dirty="0">
                <a:latin typeface="Goudy Old Style"/>
                <a:cs typeface="Goudy Old Style"/>
              </a:rPr>
              <a:t> </a:t>
            </a:r>
            <a:r>
              <a:rPr sz="2000" spc="120" dirty="0">
                <a:latin typeface="Goudy Old Style"/>
                <a:cs typeface="Goudy Old Style"/>
              </a:rPr>
              <a:t>OW</a:t>
            </a:r>
            <a:r>
              <a:rPr sz="2000" spc="65" dirty="0">
                <a:latin typeface="Goudy Old Style"/>
                <a:cs typeface="Goudy Old Style"/>
              </a:rPr>
              <a:t>  </a:t>
            </a:r>
            <a:r>
              <a:rPr sz="2000" dirty="0">
                <a:latin typeface="Goudy Old Style"/>
                <a:cs typeface="Goudy Old Style"/>
              </a:rPr>
              <a:t>P</a:t>
            </a:r>
            <a:r>
              <a:rPr sz="2000" spc="-220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A</a:t>
            </a:r>
            <a:r>
              <a:rPr sz="2000" spc="-200" dirty="0">
                <a:latin typeface="Goudy Old Style"/>
                <a:cs typeface="Goudy Old Style"/>
              </a:rPr>
              <a:t> </a:t>
            </a:r>
            <a:r>
              <a:rPr sz="2000" spc="130" dirty="0">
                <a:latin typeface="Goudy Old Style"/>
                <a:cs typeface="Goudy Old Style"/>
              </a:rPr>
              <a:t>RK</a:t>
            </a:r>
            <a:r>
              <a:rPr sz="2000" spc="-170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I</a:t>
            </a:r>
            <a:r>
              <a:rPr sz="2000" spc="-190" dirty="0">
                <a:latin typeface="Goudy Old Style"/>
                <a:cs typeface="Goudy Old Style"/>
              </a:rPr>
              <a:t> </a:t>
            </a:r>
            <a:r>
              <a:rPr sz="2000" spc="120" dirty="0">
                <a:latin typeface="Goudy Old Style"/>
                <a:cs typeface="Goudy Old Style"/>
              </a:rPr>
              <a:t>NG</a:t>
            </a:r>
            <a:r>
              <a:rPr sz="2000" spc="55" dirty="0">
                <a:latin typeface="Goudy Old Style"/>
                <a:cs typeface="Goudy Old Style"/>
              </a:rPr>
              <a:t>  </a:t>
            </a:r>
            <a:r>
              <a:rPr sz="2000" dirty="0">
                <a:latin typeface="Goudy Old Style"/>
                <a:cs typeface="Goudy Old Style"/>
              </a:rPr>
              <a:t>B</a:t>
            </a:r>
            <a:r>
              <a:rPr sz="2000" spc="-225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E</a:t>
            </a:r>
            <a:r>
              <a:rPr sz="2000" spc="-185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C</a:t>
            </a:r>
            <a:r>
              <a:rPr sz="2000" spc="-210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O</a:t>
            </a:r>
            <a:r>
              <a:rPr sz="2000" spc="-215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M</a:t>
            </a:r>
            <a:r>
              <a:rPr sz="2000" spc="-215" dirty="0">
                <a:latin typeface="Goudy Old Style"/>
                <a:cs typeface="Goudy Old Style"/>
              </a:rPr>
              <a:t> </a:t>
            </a:r>
            <a:r>
              <a:rPr sz="2000" spc="120" dirty="0">
                <a:latin typeface="Goudy Old Style"/>
                <a:cs typeface="Goudy Old Style"/>
              </a:rPr>
              <a:t>ES</a:t>
            </a:r>
            <a:r>
              <a:rPr sz="2000" spc="50" dirty="0">
                <a:latin typeface="Goudy Old Style"/>
                <a:cs typeface="Goudy Old Style"/>
              </a:rPr>
              <a:t>  </a:t>
            </a:r>
            <a:r>
              <a:rPr sz="2000" dirty="0">
                <a:latin typeface="Goudy Old Style"/>
                <a:cs typeface="Goudy Old Style"/>
              </a:rPr>
              <a:t>D</a:t>
            </a:r>
            <a:r>
              <a:rPr sz="2000" spc="-204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I</a:t>
            </a:r>
            <a:r>
              <a:rPr sz="2000" spc="-190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G</a:t>
            </a:r>
            <a:r>
              <a:rPr sz="2000" spc="-229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I</a:t>
            </a:r>
            <a:r>
              <a:rPr sz="2000" spc="-190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T</a:t>
            </a:r>
            <a:r>
              <a:rPr sz="2000" spc="-229" dirty="0">
                <a:latin typeface="Goudy Old Style"/>
                <a:cs typeface="Goudy Old Style"/>
              </a:rPr>
              <a:t> </a:t>
            </a:r>
            <a:r>
              <a:rPr sz="2000" dirty="0">
                <a:latin typeface="Goudy Old Style"/>
                <a:cs typeface="Goudy Old Style"/>
              </a:rPr>
              <a:t>A</a:t>
            </a:r>
            <a:r>
              <a:rPr sz="2000" spc="-200" dirty="0">
                <a:latin typeface="Goudy Old Style"/>
                <a:cs typeface="Goudy Old Style"/>
              </a:rPr>
              <a:t> </a:t>
            </a:r>
            <a:r>
              <a:rPr sz="2000" spc="100" dirty="0">
                <a:latin typeface="Goudy Old Style"/>
                <a:cs typeface="Goudy Old Style"/>
              </a:rPr>
              <a:t>L?</a:t>
            </a:r>
            <a:endParaRPr sz="2000">
              <a:latin typeface="Goudy Old Style"/>
              <a:cs typeface="Goudy Old Style"/>
            </a:endParaRPr>
          </a:p>
          <a:p>
            <a:pPr marL="298450" marR="5080" indent="-286385">
              <a:lnSpc>
                <a:spcPts val="1950"/>
              </a:lnSpc>
              <a:spcBef>
                <a:spcPts val="1120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H</a:t>
            </a:r>
            <a:r>
              <a:rPr sz="1800" spc="5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13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K</a:t>
            </a:r>
            <a:r>
              <a:rPr sz="1800" spc="-20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G</a:t>
            </a:r>
            <a:r>
              <a:rPr sz="1800" spc="6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T</a:t>
            </a:r>
            <a:r>
              <a:rPr sz="1800" spc="8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D </a:t>
            </a:r>
            <a:r>
              <a:rPr sz="1800" dirty="0">
                <a:latin typeface="Goudy Old Style"/>
                <a:cs typeface="Goudy Old Style"/>
              </a:rPr>
              <a:t>B</a:t>
            </a:r>
            <a:r>
              <a:rPr sz="1800" spc="-114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Y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D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G</a:t>
            </a:r>
            <a:r>
              <a:rPr sz="1800" spc="-16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: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1820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0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=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spc="-10" dirty="0">
                <a:latin typeface="Goudy Old Style"/>
                <a:cs typeface="Goudy Old Style"/>
              </a:rPr>
              <a:t>F</a:t>
            </a:r>
            <a:r>
              <a:rPr sz="1800" spc="-1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E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1914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=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0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D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2020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:</a:t>
            </a:r>
            <a:r>
              <a:rPr sz="1800" spc="8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7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,</a:t>
            </a:r>
            <a:r>
              <a:rPr sz="1800" spc="8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2</a:t>
            </a:r>
            <a:r>
              <a:rPr sz="1800" spc="-15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,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3</a:t>
            </a:r>
            <a:r>
              <a:rPr sz="1800" spc="-15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,</a:t>
            </a:r>
            <a:r>
              <a:rPr sz="1800" spc="8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4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2055"/>
              </a:lnSpc>
              <a:spcBef>
                <a:spcPts val="1745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X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25" dirty="0">
                <a:latin typeface="Goudy Old Style"/>
                <a:cs typeface="Goudy Old Style"/>
              </a:rPr>
              <a:t>M</a:t>
            </a:r>
            <a:r>
              <a:rPr sz="1800" spc="-12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: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1955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2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3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4</a:t>
            </a: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2055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Goudy Old Style"/>
                <a:cs typeface="Goudy Old Style"/>
              </a:rPr>
              <a:t>0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spc="-50" dirty="0">
                <a:latin typeface="Goudy Old Style"/>
                <a:cs typeface="Goudy Old Style"/>
              </a:rPr>
              <a:t>0</a:t>
            </a:r>
            <a:endParaRPr sz="1800">
              <a:latin typeface="Goudy Old Style"/>
              <a:cs typeface="Goudy Old Style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Font typeface="Arial"/>
              <a:buChar char="•"/>
            </a:pPr>
            <a:endParaRPr sz="1800">
              <a:latin typeface="Goudy Old Style"/>
              <a:cs typeface="Goudy Old Style"/>
            </a:endParaRPr>
          </a:p>
          <a:p>
            <a:pPr marL="746125" indent="-733425">
              <a:lnSpc>
                <a:spcPts val="2055"/>
              </a:lnSpc>
              <a:buFont typeface="Arial"/>
              <a:buChar char="•"/>
              <a:tabLst>
                <a:tab pos="746125" algn="l"/>
              </a:tabLst>
            </a:pP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D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4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5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13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spc="-10" dirty="0">
                <a:latin typeface="Goudy Old Style"/>
                <a:cs typeface="Goudy Old Style"/>
              </a:rPr>
              <a:t>F</a:t>
            </a:r>
            <a:r>
              <a:rPr sz="1800" spc="-18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E</a:t>
            </a:r>
            <a:endParaRPr sz="1800">
              <a:latin typeface="Goudy Old Style"/>
              <a:cs typeface="Goudy Old Style"/>
            </a:endParaRPr>
          </a:p>
          <a:p>
            <a:pPr marL="746125" indent="-733425">
              <a:lnSpc>
                <a:spcPts val="2055"/>
              </a:lnSpc>
              <a:buFont typeface="Arial"/>
              <a:buChar char="•"/>
              <a:tabLst>
                <a:tab pos="746125" algn="l"/>
              </a:tabLst>
            </a:pP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K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G</a:t>
            </a:r>
            <a:r>
              <a:rPr sz="1800" spc="6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V</a:t>
            </a:r>
            <a:r>
              <a:rPr sz="1800" spc="-16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B</a:t>
            </a:r>
            <a:r>
              <a:rPr sz="1800" spc="-19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E</a:t>
            </a:r>
            <a:endParaRPr sz="1800">
              <a:latin typeface="Goudy Old Style"/>
              <a:cs typeface="Goudy Old Style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Arial"/>
              <a:buChar char="•"/>
            </a:pPr>
            <a:endParaRPr sz="1800">
              <a:latin typeface="Goudy Old Style"/>
              <a:cs typeface="Goudy Old Style"/>
            </a:endParaRPr>
          </a:p>
          <a:p>
            <a:pPr marL="298450" indent="-285750">
              <a:lnSpc>
                <a:spcPts val="202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25" dirty="0">
                <a:latin typeface="Goudy Old Style"/>
                <a:cs typeface="Goudy Old Style"/>
              </a:rPr>
              <a:t>M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D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L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8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3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5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04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14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:</a:t>
            </a:r>
            <a:endParaRPr sz="1800">
              <a:latin typeface="Goudy Old Style"/>
              <a:cs typeface="Goudy Old Style"/>
            </a:endParaRPr>
          </a:p>
          <a:p>
            <a:pPr marL="12700" marR="127635">
              <a:lnSpc>
                <a:spcPts val="1950"/>
              </a:lnSpc>
              <a:spcBef>
                <a:spcPts val="95"/>
              </a:spcBef>
            </a:pPr>
            <a:r>
              <a:rPr sz="1800" dirty="0">
                <a:latin typeface="Goudy Old Style"/>
                <a:cs typeface="Goudy Old Style"/>
              </a:rPr>
              <a:t>C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spc="-25" dirty="0">
                <a:latin typeface="Goudy Old Style"/>
                <a:cs typeface="Goudy Old Style"/>
              </a:rPr>
              <a:t>M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204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13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P</a:t>
            </a:r>
            <a:r>
              <a:rPr sz="1800" spc="-13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T</a:t>
            </a:r>
            <a:r>
              <a:rPr sz="1800" spc="9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spc="-10" dirty="0">
                <a:latin typeface="Goudy Old Style"/>
                <a:cs typeface="Goudy Old Style"/>
              </a:rPr>
              <a:t>F</a:t>
            </a:r>
            <a:r>
              <a:rPr sz="1800" spc="-11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R</a:t>
            </a:r>
            <a:r>
              <a:rPr sz="1800" spc="-210" dirty="0">
                <a:latin typeface="Goudy Old Style"/>
                <a:cs typeface="Goudy Old Style"/>
              </a:rPr>
              <a:t> </a:t>
            </a:r>
            <a:r>
              <a:rPr sz="1800" spc="-25" dirty="0">
                <a:latin typeface="Goudy Old Style"/>
                <a:cs typeface="Goudy Old Style"/>
              </a:rPr>
              <a:t>M</a:t>
            </a:r>
            <a:r>
              <a:rPr sz="1800" spc="-12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N </a:t>
            </a:r>
            <a:r>
              <a:rPr sz="1800" spc="-20" dirty="0">
                <a:latin typeface="Goudy Old Style"/>
                <a:cs typeface="Goudy Old Style"/>
              </a:rPr>
              <a:t>U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I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21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G</a:t>
            </a:r>
            <a:r>
              <a:rPr sz="1800" spc="105" dirty="0">
                <a:latin typeface="Goudy Old Style"/>
                <a:cs typeface="Goudy Old Style"/>
              </a:rPr>
              <a:t> 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9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W</a:t>
            </a:r>
            <a:r>
              <a:rPr sz="1800" spc="-17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O</a:t>
            </a:r>
            <a:r>
              <a:rPr sz="1800" spc="8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60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T</a:t>
            </a:r>
            <a:r>
              <a:rPr sz="1800" spc="-12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E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S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: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0</a:t>
            </a:r>
            <a:r>
              <a:rPr sz="1800" spc="75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A</a:t>
            </a:r>
            <a:r>
              <a:rPr sz="1800" spc="-155" dirty="0">
                <a:latin typeface="Goudy Old Style"/>
                <a:cs typeface="Goudy Old Style"/>
              </a:rPr>
              <a:t> </a:t>
            </a:r>
            <a:r>
              <a:rPr sz="1800" spc="-20" dirty="0">
                <a:latin typeface="Goudy Old Style"/>
                <a:cs typeface="Goudy Old Style"/>
              </a:rPr>
              <a:t>N</a:t>
            </a:r>
            <a:r>
              <a:rPr sz="1800" spc="-140" dirty="0">
                <a:latin typeface="Goudy Old Style"/>
                <a:cs typeface="Goudy Old Style"/>
              </a:rPr>
              <a:t> </a:t>
            </a:r>
            <a:r>
              <a:rPr sz="1800" dirty="0">
                <a:latin typeface="Goudy Old Style"/>
                <a:cs typeface="Goudy Old Style"/>
              </a:rPr>
              <a:t>D</a:t>
            </a:r>
            <a:r>
              <a:rPr sz="1800" spc="70" dirty="0">
                <a:latin typeface="Goudy Old Style"/>
                <a:cs typeface="Goudy Old Style"/>
              </a:rPr>
              <a:t>  </a:t>
            </a:r>
            <a:r>
              <a:rPr sz="1800" dirty="0">
                <a:latin typeface="Goudy Old Style"/>
                <a:cs typeface="Goudy Old Style"/>
              </a:rPr>
              <a:t>1</a:t>
            </a:r>
            <a:r>
              <a:rPr sz="1800" spc="-145" dirty="0">
                <a:latin typeface="Goudy Old Style"/>
                <a:cs typeface="Goudy Old Style"/>
              </a:rPr>
              <a:t> </a:t>
            </a:r>
            <a:r>
              <a:rPr sz="1800" spc="-50" dirty="0">
                <a:latin typeface="Goudy Old Style"/>
                <a:cs typeface="Goudy Old Style"/>
              </a:rPr>
              <a:t>.</a:t>
            </a:r>
            <a:endParaRPr sz="1800">
              <a:latin typeface="Goudy Old Style"/>
              <a:cs typeface="Goudy Old Style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550" y="542925"/>
            <a:ext cx="48577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17650" y="344741"/>
            <a:ext cx="6991350" cy="51752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3200" b="1" spc="170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sz="32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85" dirty="0">
                <a:solidFill>
                  <a:srgbClr val="FFFFFF"/>
                </a:solidFill>
                <a:latin typeface="Calibri"/>
                <a:cs typeface="Calibri"/>
              </a:rPr>
              <a:t>GATES</a:t>
            </a: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3200" b="1" spc="825" dirty="0">
                <a:solidFill>
                  <a:srgbClr val="FFFFFF"/>
                </a:solidFill>
                <a:latin typeface="Calibri"/>
                <a:cs typeface="Calibri"/>
              </a:rPr>
              <a:t> </a:t>
            </a:r>
            <a:r>
              <a:rPr sz="3200" b="1" spc="110" dirty="0">
                <a:solidFill>
                  <a:srgbClr val="FFFFFF"/>
                </a:solidFill>
                <a:latin typeface="Calibri"/>
                <a:cs typeface="Calibri"/>
              </a:rPr>
              <a:t>BOOLEAN</a:t>
            </a:r>
            <a:r>
              <a:rPr sz="32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150" dirty="0">
                <a:solidFill>
                  <a:srgbClr val="FFFFFF"/>
                </a:solidFill>
                <a:latin typeface="Calibri"/>
                <a:cs typeface="Calibri"/>
              </a:rPr>
              <a:t>EXPRESSION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0837" y="1255775"/>
            <a:ext cx="6795134" cy="5165725"/>
            <a:chOff x="350837" y="1255775"/>
            <a:chExt cx="6795134" cy="5165725"/>
          </a:xfrm>
        </p:grpSpPr>
        <p:sp>
          <p:nvSpPr>
            <p:cNvPr id="5" name="object 5"/>
            <p:cNvSpPr/>
            <p:nvPr/>
          </p:nvSpPr>
          <p:spPr>
            <a:xfrm>
              <a:off x="357187" y="1262125"/>
              <a:ext cx="6782434" cy="5153025"/>
            </a:xfrm>
            <a:custGeom>
              <a:avLst/>
              <a:gdLst/>
              <a:ahLst/>
              <a:cxnLst/>
              <a:rect l="l" t="t" r="r" b="b"/>
              <a:pathLst>
                <a:path w="6782434" h="5153025">
                  <a:moveTo>
                    <a:pt x="5922962" y="0"/>
                  </a:moveTo>
                  <a:lnTo>
                    <a:pt x="858850" y="0"/>
                  </a:lnTo>
                  <a:lnTo>
                    <a:pt x="810113" y="1359"/>
                  </a:lnTo>
                  <a:lnTo>
                    <a:pt x="762090" y="5388"/>
                  </a:lnTo>
                  <a:lnTo>
                    <a:pt x="714853" y="12015"/>
                  </a:lnTo>
                  <a:lnTo>
                    <a:pt x="668474" y="21168"/>
                  </a:lnTo>
                  <a:lnTo>
                    <a:pt x="623025" y="32773"/>
                  </a:lnTo>
                  <a:lnTo>
                    <a:pt x="578580" y="46759"/>
                  </a:lnTo>
                  <a:lnTo>
                    <a:pt x="535211" y="63053"/>
                  </a:lnTo>
                  <a:lnTo>
                    <a:pt x="492990" y="81582"/>
                  </a:lnTo>
                  <a:lnTo>
                    <a:pt x="451990" y="102274"/>
                  </a:lnTo>
                  <a:lnTo>
                    <a:pt x="412283" y="125057"/>
                  </a:lnTo>
                  <a:lnTo>
                    <a:pt x="373942" y="149858"/>
                  </a:lnTo>
                  <a:lnTo>
                    <a:pt x="337039" y="176604"/>
                  </a:lnTo>
                  <a:lnTo>
                    <a:pt x="301647" y="205224"/>
                  </a:lnTo>
                  <a:lnTo>
                    <a:pt x="267838" y="235644"/>
                  </a:lnTo>
                  <a:lnTo>
                    <a:pt x="235685" y="267793"/>
                  </a:lnTo>
                  <a:lnTo>
                    <a:pt x="205260" y="301598"/>
                  </a:lnTo>
                  <a:lnTo>
                    <a:pt x="176636" y="336986"/>
                  </a:lnTo>
                  <a:lnTo>
                    <a:pt x="149885" y="373885"/>
                  </a:lnTo>
                  <a:lnTo>
                    <a:pt x="125081" y="412222"/>
                  </a:lnTo>
                  <a:lnTo>
                    <a:pt x="102294" y="451926"/>
                  </a:lnTo>
                  <a:lnTo>
                    <a:pt x="81598" y="492923"/>
                  </a:lnTo>
                  <a:lnTo>
                    <a:pt x="63065" y="535141"/>
                  </a:lnTo>
                  <a:lnTo>
                    <a:pt x="46769" y="578508"/>
                  </a:lnTo>
                  <a:lnTo>
                    <a:pt x="32780" y="622951"/>
                  </a:lnTo>
                  <a:lnTo>
                    <a:pt x="21172" y="668398"/>
                  </a:lnTo>
                  <a:lnTo>
                    <a:pt x="12018" y="714776"/>
                  </a:lnTo>
                  <a:lnTo>
                    <a:pt x="5389" y="762013"/>
                  </a:lnTo>
                  <a:lnTo>
                    <a:pt x="1359" y="810036"/>
                  </a:lnTo>
                  <a:lnTo>
                    <a:pt x="0" y="858774"/>
                  </a:lnTo>
                  <a:lnTo>
                    <a:pt x="0" y="4294124"/>
                  </a:lnTo>
                  <a:lnTo>
                    <a:pt x="1359" y="4342859"/>
                  </a:lnTo>
                  <a:lnTo>
                    <a:pt x="5389" y="4390881"/>
                  </a:lnTo>
                  <a:lnTo>
                    <a:pt x="12018" y="4438117"/>
                  </a:lnTo>
                  <a:lnTo>
                    <a:pt x="21172" y="4484495"/>
                  </a:lnTo>
                  <a:lnTo>
                    <a:pt x="32780" y="4529942"/>
                  </a:lnTo>
                  <a:lnTo>
                    <a:pt x="46769" y="4574386"/>
                  </a:lnTo>
                  <a:lnTo>
                    <a:pt x="63065" y="4617755"/>
                  </a:lnTo>
                  <a:lnTo>
                    <a:pt x="81598" y="4659975"/>
                  </a:lnTo>
                  <a:lnTo>
                    <a:pt x="102294" y="4700975"/>
                  </a:lnTo>
                  <a:lnTo>
                    <a:pt x="125081" y="4740681"/>
                  </a:lnTo>
                  <a:lnTo>
                    <a:pt x="149885" y="4779022"/>
                  </a:lnTo>
                  <a:lnTo>
                    <a:pt x="176636" y="4815924"/>
                  </a:lnTo>
                  <a:lnTo>
                    <a:pt x="205260" y="4851316"/>
                  </a:lnTo>
                  <a:lnTo>
                    <a:pt x="235685" y="4885124"/>
                  </a:lnTo>
                  <a:lnTo>
                    <a:pt x="267838" y="4917277"/>
                  </a:lnTo>
                  <a:lnTo>
                    <a:pt x="301647" y="4947701"/>
                  </a:lnTo>
                  <a:lnTo>
                    <a:pt x="337039" y="4976325"/>
                  </a:lnTo>
                  <a:lnTo>
                    <a:pt x="373942" y="5003076"/>
                  </a:lnTo>
                  <a:lnTo>
                    <a:pt x="412283" y="5027880"/>
                  </a:lnTo>
                  <a:lnTo>
                    <a:pt x="451990" y="5050667"/>
                  </a:lnTo>
                  <a:lnTo>
                    <a:pt x="492990" y="5071363"/>
                  </a:lnTo>
                  <a:lnTo>
                    <a:pt x="535211" y="5089895"/>
                  </a:lnTo>
                  <a:lnTo>
                    <a:pt x="578580" y="5106192"/>
                  </a:lnTo>
                  <a:lnTo>
                    <a:pt x="623025" y="5120180"/>
                  </a:lnTo>
                  <a:lnTo>
                    <a:pt x="668474" y="5131788"/>
                  </a:lnTo>
                  <a:lnTo>
                    <a:pt x="714853" y="5140942"/>
                  </a:lnTo>
                  <a:lnTo>
                    <a:pt x="762090" y="5147571"/>
                  </a:lnTo>
                  <a:lnTo>
                    <a:pt x="810113" y="5151601"/>
                  </a:lnTo>
                  <a:lnTo>
                    <a:pt x="858850" y="5152961"/>
                  </a:lnTo>
                  <a:lnTo>
                    <a:pt x="5922962" y="5152961"/>
                  </a:lnTo>
                  <a:lnTo>
                    <a:pt x="5971700" y="5151601"/>
                  </a:lnTo>
                  <a:lnTo>
                    <a:pt x="6019724" y="5147571"/>
                  </a:lnTo>
                  <a:lnTo>
                    <a:pt x="6066964" y="5140942"/>
                  </a:lnTo>
                  <a:lnTo>
                    <a:pt x="6113344" y="5131788"/>
                  </a:lnTo>
                  <a:lnTo>
                    <a:pt x="6158795" y="5120180"/>
                  </a:lnTo>
                  <a:lnTo>
                    <a:pt x="6203242" y="5106192"/>
                  </a:lnTo>
                  <a:lnTo>
                    <a:pt x="6246613" y="5089895"/>
                  </a:lnTo>
                  <a:lnTo>
                    <a:pt x="6288837" y="5071363"/>
                  </a:lnTo>
                  <a:lnTo>
                    <a:pt x="6329839" y="5050667"/>
                  </a:lnTo>
                  <a:lnTo>
                    <a:pt x="6369548" y="5027880"/>
                  </a:lnTo>
                  <a:lnTo>
                    <a:pt x="6407892" y="5003076"/>
                  </a:lnTo>
                  <a:lnTo>
                    <a:pt x="6444797" y="4976325"/>
                  </a:lnTo>
                  <a:lnTo>
                    <a:pt x="6480192" y="4947701"/>
                  </a:lnTo>
                  <a:lnTo>
                    <a:pt x="6514003" y="4917277"/>
                  </a:lnTo>
                  <a:lnTo>
                    <a:pt x="6546158" y="4885124"/>
                  </a:lnTo>
                  <a:lnTo>
                    <a:pt x="6576585" y="4851316"/>
                  </a:lnTo>
                  <a:lnTo>
                    <a:pt x="6605211" y="4815924"/>
                  </a:lnTo>
                  <a:lnTo>
                    <a:pt x="6631964" y="4779022"/>
                  </a:lnTo>
                  <a:lnTo>
                    <a:pt x="6656771" y="4740681"/>
                  </a:lnTo>
                  <a:lnTo>
                    <a:pt x="6679559" y="4700975"/>
                  </a:lnTo>
                  <a:lnTo>
                    <a:pt x="6700257" y="4659975"/>
                  </a:lnTo>
                  <a:lnTo>
                    <a:pt x="6718791" y="4617755"/>
                  </a:lnTo>
                  <a:lnTo>
                    <a:pt x="6735089" y="4574386"/>
                  </a:lnTo>
                  <a:lnTo>
                    <a:pt x="6749079" y="4529942"/>
                  </a:lnTo>
                  <a:lnTo>
                    <a:pt x="6760688" y="4484495"/>
                  </a:lnTo>
                  <a:lnTo>
                    <a:pt x="6769843" y="4438117"/>
                  </a:lnTo>
                  <a:lnTo>
                    <a:pt x="6776473" y="4390881"/>
                  </a:lnTo>
                  <a:lnTo>
                    <a:pt x="6780503" y="4342859"/>
                  </a:lnTo>
                  <a:lnTo>
                    <a:pt x="6781863" y="4294124"/>
                  </a:lnTo>
                  <a:lnTo>
                    <a:pt x="6781863" y="858774"/>
                  </a:lnTo>
                  <a:lnTo>
                    <a:pt x="6780503" y="810036"/>
                  </a:lnTo>
                  <a:lnTo>
                    <a:pt x="6776473" y="762013"/>
                  </a:lnTo>
                  <a:lnTo>
                    <a:pt x="6769843" y="714776"/>
                  </a:lnTo>
                  <a:lnTo>
                    <a:pt x="6760688" y="668398"/>
                  </a:lnTo>
                  <a:lnTo>
                    <a:pt x="6749079" y="622951"/>
                  </a:lnTo>
                  <a:lnTo>
                    <a:pt x="6735089" y="578508"/>
                  </a:lnTo>
                  <a:lnTo>
                    <a:pt x="6718791" y="535141"/>
                  </a:lnTo>
                  <a:lnTo>
                    <a:pt x="6700257" y="492923"/>
                  </a:lnTo>
                  <a:lnTo>
                    <a:pt x="6679559" y="451926"/>
                  </a:lnTo>
                  <a:lnTo>
                    <a:pt x="6656771" y="412222"/>
                  </a:lnTo>
                  <a:lnTo>
                    <a:pt x="6631964" y="373885"/>
                  </a:lnTo>
                  <a:lnTo>
                    <a:pt x="6605211" y="336986"/>
                  </a:lnTo>
                  <a:lnTo>
                    <a:pt x="6576585" y="301598"/>
                  </a:lnTo>
                  <a:lnTo>
                    <a:pt x="6546158" y="267793"/>
                  </a:lnTo>
                  <a:lnTo>
                    <a:pt x="6514003" y="235644"/>
                  </a:lnTo>
                  <a:lnTo>
                    <a:pt x="6480192" y="205224"/>
                  </a:lnTo>
                  <a:lnTo>
                    <a:pt x="6444797" y="176604"/>
                  </a:lnTo>
                  <a:lnTo>
                    <a:pt x="6407892" y="149858"/>
                  </a:lnTo>
                  <a:lnTo>
                    <a:pt x="6369548" y="125057"/>
                  </a:lnTo>
                  <a:lnTo>
                    <a:pt x="6329839" y="102274"/>
                  </a:lnTo>
                  <a:lnTo>
                    <a:pt x="6288837" y="81582"/>
                  </a:lnTo>
                  <a:lnTo>
                    <a:pt x="6246613" y="63053"/>
                  </a:lnTo>
                  <a:lnTo>
                    <a:pt x="6203242" y="46759"/>
                  </a:lnTo>
                  <a:lnTo>
                    <a:pt x="6158795" y="32773"/>
                  </a:lnTo>
                  <a:lnTo>
                    <a:pt x="6113344" y="21168"/>
                  </a:lnTo>
                  <a:lnTo>
                    <a:pt x="6066964" y="12015"/>
                  </a:lnTo>
                  <a:lnTo>
                    <a:pt x="6019724" y="5388"/>
                  </a:lnTo>
                  <a:lnTo>
                    <a:pt x="5971700" y="1359"/>
                  </a:lnTo>
                  <a:lnTo>
                    <a:pt x="5922962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7187" y="1262125"/>
              <a:ext cx="6782434" cy="5153025"/>
            </a:xfrm>
            <a:custGeom>
              <a:avLst/>
              <a:gdLst/>
              <a:ahLst/>
              <a:cxnLst/>
              <a:rect l="l" t="t" r="r" b="b"/>
              <a:pathLst>
                <a:path w="6782434" h="5153025">
                  <a:moveTo>
                    <a:pt x="0" y="858774"/>
                  </a:moveTo>
                  <a:lnTo>
                    <a:pt x="1359" y="810036"/>
                  </a:lnTo>
                  <a:lnTo>
                    <a:pt x="5389" y="762013"/>
                  </a:lnTo>
                  <a:lnTo>
                    <a:pt x="12018" y="714776"/>
                  </a:lnTo>
                  <a:lnTo>
                    <a:pt x="21172" y="668398"/>
                  </a:lnTo>
                  <a:lnTo>
                    <a:pt x="32780" y="622951"/>
                  </a:lnTo>
                  <a:lnTo>
                    <a:pt x="46769" y="578508"/>
                  </a:lnTo>
                  <a:lnTo>
                    <a:pt x="63065" y="535141"/>
                  </a:lnTo>
                  <a:lnTo>
                    <a:pt x="81598" y="492923"/>
                  </a:lnTo>
                  <a:lnTo>
                    <a:pt x="102294" y="451926"/>
                  </a:lnTo>
                  <a:lnTo>
                    <a:pt x="125081" y="412222"/>
                  </a:lnTo>
                  <a:lnTo>
                    <a:pt x="149885" y="373885"/>
                  </a:lnTo>
                  <a:lnTo>
                    <a:pt x="176636" y="336986"/>
                  </a:lnTo>
                  <a:lnTo>
                    <a:pt x="205260" y="301598"/>
                  </a:lnTo>
                  <a:lnTo>
                    <a:pt x="235685" y="267793"/>
                  </a:lnTo>
                  <a:lnTo>
                    <a:pt x="267838" y="235644"/>
                  </a:lnTo>
                  <a:lnTo>
                    <a:pt x="301647" y="205224"/>
                  </a:lnTo>
                  <a:lnTo>
                    <a:pt x="337039" y="176604"/>
                  </a:lnTo>
                  <a:lnTo>
                    <a:pt x="373942" y="149858"/>
                  </a:lnTo>
                  <a:lnTo>
                    <a:pt x="412283" y="125057"/>
                  </a:lnTo>
                  <a:lnTo>
                    <a:pt x="451990" y="102274"/>
                  </a:lnTo>
                  <a:lnTo>
                    <a:pt x="492990" y="81582"/>
                  </a:lnTo>
                  <a:lnTo>
                    <a:pt x="535211" y="63053"/>
                  </a:lnTo>
                  <a:lnTo>
                    <a:pt x="578580" y="46759"/>
                  </a:lnTo>
                  <a:lnTo>
                    <a:pt x="623025" y="32773"/>
                  </a:lnTo>
                  <a:lnTo>
                    <a:pt x="668474" y="21168"/>
                  </a:lnTo>
                  <a:lnTo>
                    <a:pt x="714853" y="12015"/>
                  </a:lnTo>
                  <a:lnTo>
                    <a:pt x="762090" y="5388"/>
                  </a:lnTo>
                  <a:lnTo>
                    <a:pt x="810113" y="1359"/>
                  </a:lnTo>
                  <a:lnTo>
                    <a:pt x="858850" y="0"/>
                  </a:lnTo>
                  <a:lnTo>
                    <a:pt x="5922962" y="0"/>
                  </a:lnTo>
                  <a:lnTo>
                    <a:pt x="5971700" y="1359"/>
                  </a:lnTo>
                  <a:lnTo>
                    <a:pt x="6019724" y="5388"/>
                  </a:lnTo>
                  <a:lnTo>
                    <a:pt x="6066964" y="12015"/>
                  </a:lnTo>
                  <a:lnTo>
                    <a:pt x="6113344" y="21168"/>
                  </a:lnTo>
                  <a:lnTo>
                    <a:pt x="6158795" y="32773"/>
                  </a:lnTo>
                  <a:lnTo>
                    <a:pt x="6203242" y="46759"/>
                  </a:lnTo>
                  <a:lnTo>
                    <a:pt x="6246613" y="63053"/>
                  </a:lnTo>
                  <a:lnTo>
                    <a:pt x="6288837" y="81582"/>
                  </a:lnTo>
                  <a:lnTo>
                    <a:pt x="6329839" y="102274"/>
                  </a:lnTo>
                  <a:lnTo>
                    <a:pt x="6369548" y="125057"/>
                  </a:lnTo>
                  <a:lnTo>
                    <a:pt x="6407892" y="149858"/>
                  </a:lnTo>
                  <a:lnTo>
                    <a:pt x="6444797" y="176604"/>
                  </a:lnTo>
                  <a:lnTo>
                    <a:pt x="6480192" y="205224"/>
                  </a:lnTo>
                  <a:lnTo>
                    <a:pt x="6514003" y="235644"/>
                  </a:lnTo>
                  <a:lnTo>
                    <a:pt x="6546158" y="267793"/>
                  </a:lnTo>
                  <a:lnTo>
                    <a:pt x="6576585" y="301598"/>
                  </a:lnTo>
                  <a:lnTo>
                    <a:pt x="6605211" y="336986"/>
                  </a:lnTo>
                  <a:lnTo>
                    <a:pt x="6631964" y="373885"/>
                  </a:lnTo>
                  <a:lnTo>
                    <a:pt x="6656771" y="412222"/>
                  </a:lnTo>
                  <a:lnTo>
                    <a:pt x="6679559" y="451926"/>
                  </a:lnTo>
                  <a:lnTo>
                    <a:pt x="6700257" y="492923"/>
                  </a:lnTo>
                  <a:lnTo>
                    <a:pt x="6718791" y="535141"/>
                  </a:lnTo>
                  <a:lnTo>
                    <a:pt x="6735089" y="578508"/>
                  </a:lnTo>
                  <a:lnTo>
                    <a:pt x="6749079" y="622951"/>
                  </a:lnTo>
                  <a:lnTo>
                    <a:pt x="6760688" y="668398"/>
                  </a:lnTo>
                  <a:lnTo>
                    <a:pt x="6769843" y="714776"/>
                  </a:lnTo>
                  <a:lnTo>
                    <a:pt x="6776473" y="762013"/>
                  </a:lnTo>
                  <a:lnTo>
                    <a:pt x="6780503" y="810036"/>
                  </a:lnTo>
                  <a:lnTo>
                    <a:pt x="6781863" y="858774"/>
                  </a:lnTo>
                  <a:lnTo>
                    <a:pt x="6781863" y="4294124"/>
                  </a:lnTo>
                  <a:lnTo>
                    <a:pt x="6780503" y="4342859"/>
                  </a:lnTo>
                  <a:lnTo>
                    <a:pt x="6776473" y="4390881"/>
                  </a:lnTo>
                  <a:lnTo>
                    <a:pt x="6769843" y="4438117"/>
                  </a:lnTo>
                  <a:lnTo>
                    <a:pt x="6760688" y="4484495"/>
                  </a:lnTo>
                  <a:lnTo>
                    <a:pt x="6749079" y="4529942"/>
                  </a:lnTo>
                  <a:lnTo>
                    <a:pt x="6735089" y="4574386"/>
                  </a:lnTo>
                  <a:lnTo>
                    <a:pt x="6718791" y="4617755"/>
                  </a:lnTo>
                  <a:lnTo>
                    <a:pt x="6700257" y="4659975"/>
                  </a:lnTo>
                  <a:lnTo>
                    <a:pt x="6679559" y="4700975"/>
                  </a:lnTo>
                  <a:lnTo>
                    <a:pt x="6656771" y="4740681"/>
                  </a:lnTo>
                  <a:lnTo>
                    <a:pt x="6631964" y="4779022"/>
                  </a:lnTo>
                  <a:lnTo>
                    <a:pt x="6605211" y="4815924"/>
                  </a:lnTo>
                  <a:lnTo>
                    <a:pt x="6576585" y="4851316"/>
                  </a:lnTo>
                  <a:lnTo>
                    <a:pt x="6546158" y="4885124"/>
                  </a:lnTo>
                  <a:lnTo>
                    <a:pt x="6514003" y="4917277"/>
                  </a:lnTo>
                  <a:lnTo>
                    <a:pt x="6480192" y="4947701"/>
                  </a:lnTo>
                  <a:lnTo>
                    <a:pt x="6444797" y="4976325"/>
                  </a:lnTo>
                  <a:lnTo>
                    <a:pt x="6407892" y="5003076"/>
                  </a:lnTo>
                  <a:lnTo>
                    <a:pt x="6369548" y="5027880"/>
                  </a:lnTo>
                  <a:lnTo>
                    <a:pt x="6329839" y="5050667"/>
                  </a:lnTo>
                  <a:lnTo>
                    <a:pt x="6288837" y="5071363"/>
                  </a:lnTo>
                  <a:lnTo>
                    <a:pt x="6246613" y="5089895"/>
                  </a:lnTo>
                  <a:lnTo>
                    <a:pt x="6203242" y="5106192"/>
                  </a:lnTo>
                  <a:lnTo>
                    <a:pt x="6158795" y="5120180"/>
                  </a:lnTo>
                  <a:lnTo>
                    <a:pt x="6113344" y="5131788"/>
                  </a:lnTo>
                  <a:lnTo>
                    <a:pt x="6066964" y="5140942"/>
                  </a:lnTo>
                  <a:lnTo>
                    <a:pt x="6019724" y="5147571"/>
                  </a:lnTo>
                  <a:lnTo>
                    <a:pt x="5971700" y="5151601"/>
                  </a:lnTo>
                  <a:lnTo>
                    <a:pt x="5922962" y="5152961"/>
                  </a:lnTo>
                  <a:lnTo>
                    <a:pt x="858850" y="5152961"/>
                  </a:lnTo>
                  <a:lnTo>
                    <a:pt x="810113" y="5151601"/>
                  </a:lnTo>
                  <a:lnTo>
                    <a:pt x="762090" y="5147571"/>
                  </a:lnTo>
                  <a:lnTo>
                    <a:pt x="714853" y="5140942"/>
                  </a:lnTo>
                  <a:lnTo>
                    <a:pt x="668474" y="5131788"/>
                  </a:lnTo>
                  <a:lnTo>
                    <a:pt x="623025" y="5120180"/>
                  </a:lnTo>
                  <a:lnTo>
                    <a:pt x="578580" y="5106192"/>
                  </a:lnTo>
                  <a:lnTo>
                    <a:pt x="535211" y="5089895"/>
                  </a:lnTo>
                  <a:lnTo>
                    <a:pt x="492990" y="5071363"/>
                  </a:lnTo>
                  <a:lnTo>
                    <a:pt x="451990" y="5050667"/>
                  </a:lnTo>
                  <a:lnTo>
                    <a:pt x="412283" y="5027880"/>
                  </a:lnTo>
                  <a:lnTo>
                    <a:pt x="373942" y="5003076"/>
                  </a:lnTo>
                  <a:lnTo>
                    <a:pt x="337039" y="4976325"/>
                  </a:lnTo>
                  <a:lnTo>
                    <a:pt x="301647" y="4947701"/>
                  </a:lnTo>
                  <a:lnTo>
                    <a:pt x="267838" y="4917277"/>
                  </a:lnTo>
                  <a:lnTo>
                    <a:pt x="235685" y="4885124"/>
                  </a:lnTo>
                  <a:lnTo>
                    <a:pt x="205260" y="4851316"/>
                  </a:lnTo>
                  <a:lnTo>
                    <a:pt x="176636" y="4815924"/>
                  </a:lnTo>
                  <a:lnTo>
                    <a:pt x="149885" y="4779022"/>
                  </a:lnTo>
                  <a:lnTo>
                    <a:pt x="125081" y="4740681"/>
                  </a:lnTo>
                  <a:lnTo>
                    <a:pt x="102294" y="4700975"/>
                  </a:lnTo>
                  <a:lnTo>
                    <a:pt x="81598" y="4659975"/>
                  </a:lnTo>
                  <a:lnTo>
                    <a:pt x="63065" y="4617755"/>
                  </a:lnTo>
                  <a:lnTo>
                    <a:pt x="46769" y="4574386"/>
                  </a:lnTo>
                  <a:lnTo>
                    <a:pt x="32780" y="4529942"/>
                  </a:lnTo>
                  <a:lnTo>
                    <a:pt x="21172" y="4484495"/>
                  </a:lnTo>
                  <a:lnTo>
                    <a:pt x="12018" y="4438117"/>
                  </a:lnTo>
                  <a:lnTo>
                    <a:pt x="5389" y="4390881"/>
                  </a:lnTo>
                  <a:lnTo>
                    <a:pt x="1359" y="4342859"/>
                  </a:lnTo>
                  <a:lnTo>
                    <a:pt x="0" y="4294124"/>
                  </a:lnTo>
                  <a:lnTo>
                    <a:pt x="0" y="858774"/>
                  </a:lnTo>
                  <a:close/>
                </a:path>
              </a:pathLst>
            </a:custGeom>
            <a:ln w="12699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2937" y="1403032"/>
            <a:ext cx="5354955" cy="471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825">
              <a:lnSpc>
                <a:spcPts val="2865"/>
              </a:lnSpc>
              <a:spcBef>
                <a:spcPts val="100"/>
              </a:spcBef>
            </a:pPr>
            <a:r>
              <a:rPr sz="2400" spc="90" dirty="0">
                <a:solidFill>
                  <a:srgbClr val="FFFFFF"/>
                </a:solidFill>
                <a:latin typeface="Calibri"/>
                <a:cs typeface="Calibri"/>
              </a:rPr>
              <a:t>~THE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160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Calibri"/>
                <a:cs typeface="Calibri"/>
              </a:rPr>
              <a:t>PARK-</a:t>
            </a:r>
            <a:r>
              <a:rPr sz="2400" spc="150" dirty="0">
                <a:solidFill>
                  <a:srgbClr val="FFFFFF"/>
                </a:solidFill>
                <a:latin typeface="Calibri"/>
                <a:cs typeface="Calibri"/>
              </a:rPr>
              <a:t>LOGIC</a:t>
            </a:r>
            <a:endParaRPr sz="2400">
              <a:latin typeface="Calibri"/>
              <a:cs typeface="Calibri"/>
            </a:endParaRPr>
          </a:p>
          <a:p>
            <a:pPr marL="74295">
              <a:lnSpc>
                <a:spcPts val="2865"/>
              </a:lnSpc>
            </a:pPr>
            <a:r>
              <a:rPr sz="2400" spc="70" dirty="0">
                <a:latin typeface="Calibri"/>
                <a:cs typeface="Calibri"/>
              </a:rPr>
              <a:t>~Our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circuit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105" dirty="0">
                <a:latin typeface="Calibri"/>
                <a:cs typeface="Calibri"/>
              </a:rPr>
              <a:t>uses: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</a:pPr>
            <a:r>
              <a:rPr sz="2000" spc="70" dirty="0">
                <a:latin typeface="Calibri"/>
                <a:cs typeface="Calibri"/>
              </a:rPr>
              <a:t>NOT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gates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+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145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gate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70" dirty="0">
                <a:latin typeface="Calibri"/>
                <a:cs typeface="Calibri"/>
              </a:rPr>
              <a:t>~Boolean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45" dirty="0">
                <a:latin typeface="Calibri"/>
                <a:cs typeface="Calibri"/>
              </a:rPr>
              <a:t>expression: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80" dirty="0">
                <a:latin typeface="Calibri"/>
                <a:cs typeface="Calibri"/>
              </a:rPr>
              <a:t>ENTRY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¬S1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¬S2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¬S3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¬S4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70" dirty="0">
                <a:latin typeface="Calibri"/>
                <a:cs typeface="Calibri"/>
              </a:rPr>
              <a:t>NOT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gate: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Identifies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105" dirty="0">
                <a:latin typeface="Calibri"/>
                <a:cs typeface="Calibri"/>
              </a:rPr>
              <a:t>a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90" dirty="0">
                <a:latin typeface="Calibri"/>
                <a:cs typeface="Calibri"/>
              </a:rPr>
              <a:t>FREESLOT.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145" dirty="0">
                <a:latin typeface="Calibri"/>
                <a:cs typeface="Calibri"/>
              </a:rPr>
              <a:t>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gate: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125" dirty="0">
                <a:latin typeface="Calibri"/>
                <a:cs typeface="Calibri"/>
              </a:rPr>
              <a:t>Checks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least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slot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125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free.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85" dirty="0">
                <a:latin typeface="Calibri"/>
                <a:cs typeface="Calibri"/>
              </a:rPr>
              <a:t>ENTRY=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70" dirty="0">
                <a:latin typeface="Calibri"/>
                <a:cs typeface="Calibri"/>
              </a:rPr>
              <a:t>1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600" dirty="0">
                <a:latin typeface="Calibri"/>
                <a:cs typeface="Calibri"/>
              </a:rPr>
              <a:t>→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Enter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80" dirty="0">
                <a:latin typeface="Calibri"/>
                <a:cs typeface="Calibri"/>
              </a:rPr>
              <a:t>ENTRY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80" dirty="0">
                <a:latin typeface="Calibri"/>
                <a:cs typeface="Calibri"/>
              </a:rPr>
              <a:t>=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600" dirty="0">
                <a:latin typeface="Calibri"/>
                <a:cs typeface="Calibri"/>
              </a:rPr>
              <a:t>→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Wait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~Module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60" dirty="0">
                <a:latin typeface="Calibri"/>
                <a:cs typeface="Calibri"/>
              </a:rPr>
              <a:t>1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85" dirty="0">
                <a:latin typeface="Calibri"/>
                <a:cs typeface="Calibri"/>
              </a:rPr>
              <a:t>Concepts:</a:t>
            </a:r>
            <a:endParaRPr sz="2000">
              <a:latin typeface="Calibri"/>
              <a:cs typeface="Calibri"/>
            </a:endParaRPr>
          </a:p>
          <a:p>
            <a:pPr marL="12700" marR="885190" indent="61594">
              <a:lnSpc>
                <a:spcPct val="119000"/>
              </a:lnSpc>
              <a:spcBef>
                <a:spcPts val="70"/>
              </a:spcBef>
            </a:pPr>
            <a:r>
              <a:rPr sz="2000" spc="145" dirty="0">
                <a:latin typeface="Calibri"/>
                <a:cs typeface="Calibri"/>
              </a:rPr>
              <a:t>LOGIC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GATES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75" dirty="0">
                <a:latin typeface="Calibri"/>
                <a:cs typeface="Calibri"/>
              </a:rPr>
              <a:t>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100" dirty="0">
                <a:latin typeface="Calibri"/>
                <a:cs typeface="Calibri"/>
              </a:rPr>
              <a:t>BOOLEAN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65" dirty="0">
                <a:latin typeface="Calibri"/>
                <a:cs typeface="Calibri"/>
              </a:rPr>
              <a:t>OPERATIONS, COMBINATIONAL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135" dirty="0">
                <a:latin typeface="Calibri"/>
                <a:cs typeface="Calibri"/>
              </a:rPr>
              <a:t>LOGIC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0975" y="1257300"/>
            <a:ext cx="40386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95350"/>
            <a:ext cx="12192000" cy="5067300"/>
            <a:chOff x="0" y="895350"/>
            <a:chExt cx="12192000" cy="5067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5350"/>
              <a:ext cx="12192000" cy="50673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6737" y="1890775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2790761" y="0"/>
                  </a:moveTo>
                  <a:lnTo>
                    <a:pt x="85725" y="0"/>
                  </a:lnTo>
                  <a:lnTo>
                    <a:pt x="52356" y="6732"/>
                  </a:lnTo>
                  <a:lnTo>
                    <a:pt x="25107" y="25098"/>
                  </a:lnTo>
                  <a:lnTo>
                    <a:pt x="6736" y="52345"/>
                  </a:lnTo>
                  <a:lnTo>
                    <a:pt x="0" y="85725"/>
                  </a:lnTo>
                  <a:lnTo>
                    <a:pt x="0" y="428498"/>
                  </a:lnTo>
                  <a:lnTo>
                    <a:pt x="6736" y="461897"/>
                  </a:lnTo>
                  <a:lnTo>
                    <a:pt x="25107" y="489188"/>
                  </a:lnTo>
                  <a:lnTo>
                    <a:pt x="52356" y="507597"/>
                  </a:lnTo>
                  <a:lnTo>
                    <a:pt x="85725" y="514350"/>
                  </a:lnTo>
                  <a:lnTo>
                    <a:pt x="2790761" y="514350"/>
                  </a:lnTo>
                  <a:lnTo>
                    <a:pt x="2824160" y="507597"/>
                  </a:lnTo>
                  <a:lnTo>
                    <a:pt x="2851451" y="489188"/>
                  </a:lnTo>
                  <a:lnTo>
                    <a:pt x="2869860" y="461897"/>
                  </a:lnTo>
                  <a:lnTo>
                    <a:pt x="2876613" y="428498"/>
                  </a:lnTo>
                  <a:lnTo>
                    <a:pt x="2876613" y="85725"/>
                  </a:lnTo>
                  <a:lnTo>
                    <a:pt x="2869860" y="52345"/>
                  </a:lnTo>
                  <a:lnTo>
                    <a:pt x="2851451" y="25098"/>
                  </a:lnTo>
                  <a:lnTo>
                    <a:pt x="2824160" y="6732"/>
                  </a:lnTo>
                  <a:lnTo>
                    <a:pt x="2790761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6737" y="1890775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0" y="85725"/>
                  </a:moveTo>
                  <a:lnTo>
                    <a:pt x="6736" y="52345"/>
                  </a:lnTo>
                  <a:lnTo>
                    <a:pt x="25107" y="25098"/>
                  </a:lnTo>
                  <a:lnTo>
                    <a:pt x="52356" y="6732"/>
                  </a:lnTo>
                  <a:lnTo>
                    <a:pt x="85725" y="0"/>
                  </a:lnTo>
                  <a:lnTo>
                    <a:pt x="2790761" y="0"/>
                  </a:lnTo>
                  <a:lnTo>
                    <a:pt x="2824160" y="6732"/>
                  </a:lnTo>
                  <a:lnTo>
                    <a:pt x="2851451" y="25098"/>
                  </a:lnTo>
                  <a:lnTo>
                    <a:pt x="2869860" y="52345"/>
                  </a:lnTo>
                  <a:lnTo>
                    <a:pt x="2876613" y="85725"/>
                  </a:lnTo>
                  <a:lnTo>
                    <a:pt x="2876613" y="428498"/>
                  </a:lnTo>
                  <a:lnTo>
                    <a:pt x="2869860" y="461897"/>
                  </a:lnTo>
                  <a:lnTo>
                    <a:pt x="2851451" y="489188"/>
                  </a:lnTo>
                  <a:lnTo>
                    <a:pt x="2824160" y="507597"/>
                  </a:lnTo>
                  <a:lnTo>
                    <a:pt x="2790761" y="514350"/>
                  </a:lnTo>
                  <a:lnTo>
                    <a:pt x="85725" y="514350"/>
                  </a:lnTo>
                  <a:lnTo>
                    <a:pt x="52356" y="507597"/>
                  </a:lnTo>
                  <a:lnTo>
                    <a:pt x="25107" y="489188"/>
                  </a:lnTo>
                  <a:lnTo>
                    <a:pt x="6736" y="461897"/>
                  </a:lnTo>
                  <a:lnTo>
                    <a:pt x="0" y="428498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7572" y="1986216"/>
            <a:ext cx="2211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DESIRED</a:t>
            </a:r>
            <a:r>
              <a:rPr sz="1800" spc="-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BEHAVIOUR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0387" y="2503551"/>
            <a:ext cx="2889885" cy="1155700"/>
            <a:chOff x="560387" y="2503551"/>
            <a:chExt cx="2889885" cy="1155700"/>
          </a:xfrm>
        </p:grpSpPr>
        <p:sp>
          <p:nvSpPr>
            <p:cNvPr id="8" name="object 8"/>
            <p:cNvSpPr/>
            <p:nvPr/>
          </p:nvSpPr>
          <p:spPr>
            <a:xfrm>
              <a:off x="1757425" y="2509901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185674" y="0"/>
                  </a:moveTo>
                  <a:lnTo>
                    <a:pt x="61849" y="0"/>
                  </a:lnTo>
                  <a:lnTo>
                    <a:pt x="61849" y="495300"/>
                  </a:lnTo>
                  <a:lnTo>
                    <a:pt x="0" y="495300"/>
                  </a:lnTo>
                  <a:lnTo>
                    <a:pt x="123825" y="619125"/>
                  </a:lnTo>
                  <a:lnTo>
                    <a:pt x="247650" y="495300"/>
                  </a:lnTo>
                  <a:lnTo>
                    <a:pt x="185674" y="495300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7425" y="2509901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0" y="495300"/>
                  </a:moveTo>
                  <a:lnTo>
                    <a:pt x="61849" y="495300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495300"/>
                  </a:lnTo>
                  <a:lnTo>
                    <a:pt x="247650" y="495300"/>
                  </a:lnTo>
                  <a:lnTo>
                    <a:pt x="123825" y="61912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6737" y="3205226"/>
              <a:ext cx="2877185" cy="447675"/>
            </a:xfrm>
            <a:custGeom>
              <a:avLst/>
              <a:gdLst/>
              <a:ahLst/>
              <a:cxnLst/>
              <a:rect l="l" t="t" r="r" b="b"/>
              <a:pathLst>
                <a:path w="2877185" h="447675">
                  <a:moveTo>
                    <a:pt x="2801937" y="0"/>
                  </a:moveTo>
                  <a:lnTo>
                    <a:pt x="74612" y="0"/>
                  </a:lnTo>
                  <a:lnTo>
                    <a:pt x="45568" y="5861"/>
                  </a:lnTo>
                  <a:lnTo>
                    <a:pt x="21851" y="21844"/>
                  </a:lnTo>
                  <a:lnTo>
                    <a:pt x="5862" y="45541"/>
                  </a:lnTo>
                  <a:lnTo>
                    <a:pt x="0" y="74549"/>
                  </a:lnTo>
                  <a:lnTo>
                    <a:pt x="0" y="372999"/>
                  </a:lnTo>
                  <a:lnTo>
                    <a:pt x="5862" y="402026"/>
                  </a:lnTo>
                  <a:lnTo>
                    <a:pt x="21851" y="425767"/>
                  </a:lnTo>
                  <a:lnTo>
                    <a:pt x="45568" y="441793"/>
                  </a:lnTo>
                  <a:lnTo>
                    <a:pt x="74612" y="447675"/>
                  </a:lnTo>
                  <a:lnTo>
                    <a:pt x="2801937" y="447675"/>
                  </a:lnTo>
                  <a:lnTo>
                    <a:pt x="2830964" y="441793"/>
                  </a:lnTo>
                  <a:lnTo>
                    <a:pt x="2854706" y="425767"/>
                  </a:lnTo>
                  <a:lnTo>
                    <a:pt x="2870731" y="402026"/>
                  </a:lnTo>
                  <a:lnTo>
                    <a:pt x="2876613" y="372999"/>
                  </a:lnTo>
                  <a:lnTo>
                    <a:pt x="2876613" y="74549"/>
                  </a:lnTo>
                  <a:lnTo>
                    <a:pt x="2870731" y="45541"/>
                  </a:lnTo>
                  <a:lnTo>
                    <a:pt x="2854705" y="21844"/>
                  </a:lnTo>
                  <a:lnTo>
                    <a:pt x="2830964" y="5861"/>
                  </a:lnTo>
                  <a:lnTo>
                    <a:pt x="2801937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6737" y="3205226"/>
              <a:ext cx="2877185" cy="447675"/>
            </a:xfrm>
            <a:custGeom>
              <a:avLst/>
              <a:gdLst/>
              <a:ahLst/>
              <a:cxnLst/>
              <a:rect l="l" t="t" r="r" b="b"/>
              <a:pathLst>
                <a:path w="2877185" h="447675">
                  <a:moveTo>
                    <a:pt x="0" y="74549"/>
                  </a:moveTo>
                  <a:lnTo>
                    <a:pt x="5862" y="45541"/>
                  </a:lnTo>
                  <a:lnTo>
                    <a:pt x="21851" y="21844"/>
                  </a:lnTo>
                  <a:lnTo>
                    <a:pt x="45568" y="5861"/>
                  </a:lnTo>
                  <a:lnTo>
                    <a:pt x="74612" y="0"/>
                  </a:lnTo>
                  <a:lnTo>
                    <a:pt x="2801937" y="0"/>
                  </a:lnTo>
                  <a:lnTo>
                    <a:pt x="2830964" y="5861"/>
                  </a:lnTo>
                  <a:lnTo>
                    <a:pt x="2854705" y="21844"/>
                  </a:lnTo>
                  <a:lnTo>
                    <a:pt x="2870731" y="45541"/>
                  </a:lnTo>
                  <a:lnTo>
                    <a:pt x="2876613" y="74549"/>
                  </a:lnTo>
                  <a:lnTo>
                    <a:pt x="2876613" y="372999"/>
                  </a:lnTo>
                  <a:lnTo>
                    <a:pt x="2870731" y="402026"/>
                  </a:lnTo>
                  <a:lnTo>
                    <a:pt x="2854706" y="425767"/>
                  </a:lnTo>
                  <a:lnTo>
                    <a:pt x="2830964" y="441793"/>
                  </a:lnTo>
                  <a:lnTo>
                    <a:pt x="2801937" y="447675"/>
                  </a:lnTo>
                  <a:lnTo>
                    <a:pt x="74612" y="447675"/>
                  </a:lnTo>
                  <a:lnTo>
                    <a:pt x="45568" y="441793"/>
                  </a:lnTo>
                  <a:lnTo>
                    <a:pt x="21851" y="425767"/>
                  </a:lnTo>
                  <a:lnTo>
                    <a:pt x="5862" y="402026"/>
                  </a:lnTo>
                  <a:lnTo>
                    <a:pt x="0" y="372999"/>
                  </a:lnTo>
                  <a:lnTo>
                    <a:pt x="0" y="74549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9205" y="3270186"/>
            <a:ext cx="1482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TRUTH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ill Sans MT"/>
                <a:cs typeface="Gill Sans MT"/>
              </a:rPr>
              <a:t>TABLE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9912" y="3846576"/>
            <a:ext cx="2880360" cy="1308100"/>
            <a:chOff x="569912" y="3846576"/>
            <a:chExt cx="2880360" cy="1308100"/>
          </a:xfrm>
        </p:grpSpPr>
        <p:sp>
          <p:nvSpPr>
            <p:cNvPr id="14" name="object 14"/>
            <p:cNvSpPr/>
            <p:nvPr/>
          </p:nvSpPr>
          <p:spPr>
            <a:xfrm>
              <a:off x="1757425" y="3852926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185674" y="0"/>
                  </a:moveTo>
                  <a:lnTo>
                    <a:pt x="61849" y="0"/>
                  </a:lnTo>
                  <a:lnTo>
                    <a:pt x="61849" y="495300"/>
                  </a:lnTo>
                  <a:lnTo>
                    <a:pt x="0" y="495300"/>
                  </a:lnTo>
                  <a:lnTo>
                    <a:pt x="123825" y="619125"/>
                  </a:lnTo>
                  <a:lnTo>
                    <a:pt x="247650" y="495300"/>
                  </a:lnTo>
                  <a:lnTo>
                    <a:pt x="185674" y="495300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7425" y="3852926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0" y="495300"/>
                  </a:moveTo>
                  <a:lnTo>
                    <a:pt x="61849" y="495300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495300"/>
                  </a:lnTo>
                  <a:lnTo>
                    <a:pt x="247650" y="495300"/>
                  </a:lnTo>
                  <a:lnTo>
                    <a:pt x="123825" y="61912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6262" y="4595876"/>
              <a:ext cx="2867660" cy="552450"/>
            </a:xfrm>
            <a:custGeom>
              <a:avLst/>
              <a:gdLst/>
              <a:ahLst/>
              <a:cxnLst/>
              <a:rect l="l" t="t" r="r" b="b"/>
              <a:pathLst>
                <a:path w="2867660" h="552450">
                  <a:moveTo>
                    <a:pt x="2774886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2774886" y="552450"/>
                  </a:lnTo>
                  <a:lnTo>
                    <a:pt x="2810777" y="545205"/>
                  </a:lnTo>
                  <a:lnTo>
                    <a:pt x="2840085" y="525446"/>
                  </a:lnTo>
                  <a:lnTo>
                    <a:pt x="2859843" y="496139"/>
                  </a:lnTo>
                  <a:lnTo>
                    <a:pt x="2867088" y="460248"/>
                  </a:lnTo>
                  <a:lnTo>
                    <a:pt x="2867088" y="92075"/>
                  </a:lnTo>
                  <a:lnTo>
                    <a:pt x="2859843" y="56203"/>
                  </a:lnTo>
                  <a:lnTo>
                    <a:pt x="2840085" y="26939"/>
                  </a:lnTo>
                  <a:lnTo>
                    <a:pt x="2810777" y="7225"/>
                  </a:lnTo>
                  <a:lnTo>
                    <a:pt x="2774886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262" y="4595876"/>
              <a:ext cx="2867660" cy="552450"/>
            </a:xfrm>
            <a:custGeom>
              <a:avLst/>
              <a:gdLst/>
              <a:ahLst/>
              <a:cxnLst/>
              <a:rect l="l" t="t" r="r" b="b"/>
              <a:pathLst>
                <a:path w="2867660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2774886" y="0"/>
                  </a:lnTo>
                  <a:lnTo>
                    <a:pt x="2810777" y="7225"/>
                  </a:lnTo>
                  <a:lnTo>
                    <a:pt x="2840085" y="26939"/>
                  </a:lnTo>
                  <a:lnTo>
                    <a:pt x="2859843" y="56203"/>
                  </a:lnTo>
                  <a:lnTo>
                    <a:pt x="2867088" y="92075"/>
                  </a:lnTo>
                  <a:lnTo>
                    <a:pt x="2867088" y="460248"/>
                  </a:lnTo>
                  <a:lnTo>
                    <a:pt x="2859843" y="496139"/>
                  </a:lnTo>
                  <a:lnTo>
                    <a:pt x="2840085" y="525446"/>
                  </a:lnTo>
                  <a:lnTo>
                    <a:pt x="2810777" y="545205"/>
                  </a:lnTo>
                  <a:lnTo>
                    <a:pt x="2774886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1209" y="4712906"/>
            <a:ext cx="2432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BOOLEAN</a:t>
            </a:r>
            <a:r>
              <a:rPr sz="1800" spc="-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EXPRESSION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60387" y="379475"/>
            <a:ext cx="10633710" cy="5594350"/>
            <a:chOff x="560387" y="379475"/>
            <a:chExt cx="10633710" cy="5594350"/>
          </a:xfrm>
        </p:grpSpPr>
        <p:sp>
          <p:nvSpPr>
            <p:cNvPr id="23" name="object 23"/>
            <p:cNvSpPr/>
            <p:nvPr/>
          </p:nvSpPr>
          <p:spPr>
            <a:xfrm>
              <a:off x="1757425" y="5338825"/>
              <a:ext cx="247650" cy="628650"/>
            </a:xfrm>
            <a:custGeom>
              <a:avLst/>
              <a:gdLst/>
              <a:ahLst/>
              <a:cxnLst/>
              <a:rect l="l" t="t" r="r" b="b"/>
              <a:pathLst>
                <a:path w="247650" h="628650">
                  <a:moveTo>
                    <a:pt x="185674" y="0"/>
                  </a:moveTo>
                  <a:lnTo>
                    <a:pt x="61849" y="0"/>
                  </a:lnTo>
                  <a:lnTo>
                    <a:pt x="61849" y="504761"/>
                  </a:lnTo>
                  <a:lnTo>
                    <a:pt x="0" y="504761"/>
                  </a:lnTo>
                  <a:lnTo>
                    <a:pt x="123825" y="628586"/>
                  </a:lnTo>
                  <a:lnTo>
                    <a:pt x="247650" y="504761"/>
                  </a:lnTo>
                  <a:lnTo>
                    <a:pt x="185674" y="504761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57425" y="5338825"/>
              <a:ext cx="247650" cy="628650"/>
            </a:xfrm>
            <a:custGeom>
              <a:avLst/>
              <a:gdLst/>
              <a:ahLst/>
              <a:cxnLst/>
              <a:rect l="l" t="t" r="r" b="b"/>
              <a:pathLst>
                <a:path w="247650" h="628650">
                  <a:moveTo>
                    <a:pt x="0" y="504761"/>
                  </a:moveTo>
                  <a:lnTo>
                    <a:pt x="61849" y="504761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504761"/>
                  </a:lnTo>
                  <a:lnTo>
                    <a:pt x="247650" y="504761"/>
                  </a:lnTo>
                  <a:lnTo>
                    <a:pt x="123825" y="628586"/>
                  </a:lnTo>
                  <a:lnTo>
                    <a:pt x="0" y="504761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6737" y="385825"/>
              <a:ext cx="10621010" cy="1162050"/>
            </a:xfrm>
            <a:custGeom>
              <a:avLst/>
              <a:gdLst/>
              <a:ahLst/>
              <a:cxnLst/>
              <a:rect l="l" t="t" r="r" b="b"/>
              <a:pathLst>
                <a:path w="10621010" h="1162050">
                  <a:moveTo>
                    <a:pt x="10426763" y="0"/>
                  </a:moveTo>
                  <a:lnTo>
                    <a:pt x="193675" y="0"/>
                  </a:lnTo>
                  <a:lnTo>
                    <a:pt x="149268" y="5109"/>
                  </a:lnTo>
                  <a:lnTo>
                    <a:pt x="108503" y="19668"/>
                  </a:lnTo>
                  <a:lnTo>
                    <a:pt x="72542" y="42517"/>
                  </a:lnTo>
                  <a:lnTo>
                    <a:pt x="42549" y="72500"/>
                  </a:lnTo>
                  <a:lnTo>
                    <a:pt x="19686" y="108459"/>
                  </a:lnTo>
                  <a:lnTo>
                    <a:pt x="5115" y="149236"/>
                  </a:lnTo>
                  <a:lnTo>
                    <a:pt x="0" y="193675"/>
                  </a:lnTo>
                  <a:lnTo>
                    <a:pt x="0" y="968375"/>
                  </a:lnTo>
                  <a:lnTo>
                    <a:pt x="5115" y="1012773"/>
                  </a:lnTo>
                  <a:lnTo>
                    <a:pt x="19686" y="1053535"/>
                  </a:lnTo>
                  <a:lnTo>
                    <a:pt x="42549" y="1089496"/>
                  </a:lnTo>
                  <a:lnTo>
                    <a:pt x="72542" y="1119492"/>
                  </a:lnTo>
                  <a:lnTo>
                    <a:pt x="108503" y="1142359"/>
                  </a:lnTo>
                  <a:lnTo>
                    <a:pt x="149268" y="1156933"/>
                  </a:lnTo>
                  <a:lnTo>
                    <a:pt x="193675" y="1162050"/>
                  </a:lnTo>
                  <a:lnTo>
                    <a:pt x="10426763" y="1162050"/>
                  </a:lnTo>
                  <a:lnTo>
                    <a:pt x="10471162" y="1156933"/>
                  </a:lnTo>
                  <a:lnTo>
                    <a:pt x="10511923" y="1142359"/>
                  </a:lnTo>
                  <a:lnTo>
                    <a:pt x="10547884" y="1119492"/>
                  </a:lnTo>
                  <a:lnTo>
                    <a:pt x="10577880" y="1089496"/>
                  </a:lnTo>
                  <a:lnTo>
                    <a:pt x="10600747" y="1053535"/>
                  </a:lnTo>
                  <a:lnTo>
                    <a:pt x="10615321" y="1012773"/>
                  </a:lnTo>
                  <a:lnTo>
                    <a:pt x="10620438" y="968375"/>
                  </a:lnTo>
                  <a:lnTo>
                    <a:pt x="10620438" y="193675"/>
                  </a:lnTo>
                  <a:lnTo>
                    <a:pt x="10615321" y="149236"/>
                  </a:lnTo>
                  <a:lnTo>
                    <a:pt x="10600747" y="108459"/>
                  </a:lnTo>
                  <a:lnTo>
                    <a:pt x="10577880" y="72500"/>
                  </a:lnTo>
                  <a:lnTo>
                    <a:pt x="10547884" y="42517"/>
                  </a:lnTo>
                  <a:lnTo>
                    <a:pt x="10511923" y="19668"/>
                  </a:lnTo>
                  <a:lnTo>
                    <a:pt x="10471162" y="5109"/>
                  </a:lnTo>
                  <a:lnTo>
                    <a:pt x="10426763" y="0"/>
                  </a:lnTo>
                  <a:close/>
                </a:path>
              </a:pathLst>
            </a:custGeom>
            <a:solidFill>
              <a:srgbClr val="D1CC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6737" y="385825"/>
              <a:ext cx="10621010" cy="1162050"/>
            </a:xfrm>
            <a:custGeom>
              <a:avLst/>
              <a:gdLst/>
              <a:ahLst/>
              <a:cxnLst/>
              <a:rect l="l" t="t" r="r" b="b"/>
              <a:pathLst>
                <a:path w="10621010" h="1162050">
                  <a:moveTo>
                    <a:pt x="0" y="193675"/>
                  </a:moveTo>
                  <a:lnTo>
                    <a:pt x="5115" y="149236"/>
                  </a:lnTo>
                  <a:lnTo>
                    <a:pt x="19686" y="108459"/>
                  </a:lnTo>
                  <a:lnTo>
                    <a:pt x="42549" y="72500"/>
                  </a:lnTo>
                  <a:lnTo>
                    <a:pt x="72542" y="42517"/>
                  </a:lnTo>
                  <a:lnTo>
                    <a:pt x="108503" y="19668"/>
                  </a:lnTo>
                  <a:lnTo>
                    <a:pt x="149268" y="5109"/>
                  </a:lnTo>
                  <a:lnTo>
                    <a:pt x="193675" y="0"/>
                  </a:lnTo>
                  <a:lnTo>
                    <a:pt x="10426763" y="0"/>
                  </a:lnTo>
                  <a:lnTo>
                    <a:pt x="10471162" y="5109"/>
                  </a:lnTo>
                  <a:lnTo>
                    <a:pt x="10511923" y="19668"/>
                  </a:lnTo>
                  <a:lnTo>
                    <a:pt x="10547884" y="42517"/>
                  </a:lnTo>
                  <a:lnTo>
                    <a:pt x="10577880" y="72500"/>
                  </a:lnTo>
                  <a:lnTo>
                    <a:pt x="10600747" y="108459"/>
                  </a:lnTo>
                  <a:lnTo>
                    <a:pt x="10615321" y="149236"/>
                  </a:lnTo>
                  <a:lnTo>
                    <a:pt x="10620438" y="193675"/>
                  </a:lnTo>
                  <a:lnTo>
                    <a:pt x="10620438" y="968375"/>
                  </a:lnTo>
                  <a:lnTo>
                    <a:pt x="10615321" y="1012773"/>
                  </a:lnTo>
                  <a:lnTo>
                    <a:pt x="10600747" y="1053535"/>
                  </a:lnTo>
                  <a:lnTo>
                    <a:pt x="10577880" y="1089496"/>
                  </a:lnTo>
                  <a:lnTo>
                    <a:pt x="10547884" y="1119492"/>
                  </a:lnTo>
                  <a:lnTo>
                    <a:pt x="10511923" y="1142359"/>
                  </a:lnTo>
                  <a:lnTo>
                    <a:pt x="10471162" y="1156933"/>
                  </a:lnTo>
                  <a:lnTo>
                    <a:pt x="10426763" y="1162050"/>
                  </a:lnTo>
                  <a:lnTo>
                    <a:pt x="193675" y="1162050"/>
                  </a:lnTo>
                  <a:lnTo>
                    <a:pt x="149268" y="1156933"/>
                  </a:lnTo>
                  <a:lnTo>
                    <a:pt x="108503" y="1142359"/>
                  </a:lnTo>
                  <a:lnTo>
                    <a:pt x="72542" y="1119492"/>
                  </a:lnTo>
                  <a:lnTo>
                    <a:pt x="42549" y="1089496"/>
                  </a:lnTo>
                  <a:lnTo>
                    <a:pt x="19686" y="1053535"/>
                  </a:lnTo>
                  <a:lnTo>
                    <a:pt x="5115" y="1012773"/>
                  </a:lnTo>
                  <a:lnTo>
                    <a:pt x="0" y="968375"/>
                  </a:lnTo>
                  <a:lnTo>
                    <a:pt x="0" y="1936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2413635" y="848105"/>
            <a:ext cx="72370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000000"/>
                </a:solidFill>
              </a:rPr>
              <a:t>Truth</a:t>
            </a:r>
            <a:r>
              <a:rPr sz="3600" spc="-15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Table</a:t>
            </a:r>
            <a:r>
              <a:rPr sz="3600" spc="-15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→</a:t>
            </a:r>
            <a:r>
              <a:rPr sz="3600" spc="-20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Circuit</a:t>
            </a:r>
            <a:r>
              <a:rPr sz="3600" spc="-18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→</a:t>
            </a:r>
            <a:r>
              <a:rPr sz="3600" spc="-19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Logisim</a:t>
            </a:r>
            <a:endParaRPr sz="3600"/>
          </a:p>
        </p:txBody>
      </p:sp>
      <p:grpSp>
        <p:nvGrpSpPr>
          <p:cNvPr id="19" name="object 19"/>
          <p:cNvGrpSpPr/>
          <p:nvPr/>
        </p:nvGrpSpPr>
        <p:grpSpPr>
          <a:xfrm>
            <a:off x="560387" y="6094412"/>
            <a:ext cx="2889885" cy="527050"/>
            <a:chOff x="560387" y="6094412"/>
            <a:chExt cx="2889885" cy="527050"/>
          </a:xfrm>
        </p:grpSpPr>
        <p:sp>
          <p:nvSpPr>
            <p:cNvPr id="20" name="object 20"/>
            <p:cNvSpPr/>
            <p:nvPr/>
          </p:nvSpPr>
          <p:spPr>
            <a:xfrm>
              <a:off x="566737" y="6100762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2790761" y="0"/>
                  </a:moveTo>
                  <a:lnTo>
                    <a:pt x="85725" y="0"/>
                  </a:lnTo>
                  <a:lnTo>
                    <a:pt x="52356" y="6736"/>
                  </a:lnTo>
                  <a:lnTo>
                    <a:pt x="25107" y="25107"/>
                  </a:lnTo>
                  <a:lnTo>
                    <a:pt x="6736" y="52356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6736" y="461993"/>
                  </a:lnTo>
                  <a:lnTo>
                    <a:pt x="25107" y="489242"/>
                  </a:lnTo>
                  <a:lnTo>
                    <a:pt x="52356" y="507613"/>
                  </a:lnTo>
                  <a:lnTo>
                    <a:pt x="85725" y="514350"/>
                  </a:lnTo>
                  <a:lnTo>
                    <a:pt x="2790761" y="514350"/>
                  </a:lnTo>
                  <a:lnTo>
                    <a:pt x="2824160" y="507613"/>
                  </a:lnTo>
                  <a:lnTo>
                    <a:pt x="2851451" y="489242"/>
                  </a:lnTo>
                  <a:lnTo>
                    <a:pt x="2869860" y="461993"/>
                  </a:lnTo>
                  <a:lnTo>
                    <a:pt x="2876613" y="428625"/>
                  </a:lnTo>
                  <a:lnTo>
                    <a:pt x="2876613" y="85725"/>
                  </a:lnTo>
                  <a:lnTo>
                    <a:pt x="2869860" y="52356"/>
                  </a:lnTo>
                  <a:lnTo>
                    <a:pt x="2851451" y="25107"/>
                  </a:lnTo>
                  <a:lnTo>
                    <a:pt x="2824160" y="6736"/>
                  </a:lnTo>
                  <a:lnTo>
                    <a:pt x="2790761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6737" y="6100762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0" y="85725"/>
                  </a:moveTo>
                  <a:lnTo>
                    <a:pt x="6736" y="52356"/>
                  </a:lnTo>
                  <a:lnTo>
                    <a:pt x="25107" y="25107"/>
                  </a:lnTo>
                  <a:lnTo>
                    <a:pt x="52356" y="6736"/>
                  </a:lnTo>
                  <a:lnTo>
                    <a:pt x="85725" y="0"/>
                  </a:lnTo>
                  <a:lnTo>
                    <a:pt x="2790761" y="0"/>
                  </a:lnTo>
                  <a:lnTo>
                    <a:pt x="2824160" y="6736"/>
                  </a:lnTo>
                  <a:lnTo>
                    <a:pt x="2851451" y="25107"/>
                  </a:lnTo>
                  <a:lnTo>
                    <a:pt x="2869860" y="52356"/>
                  </a:lnTo>
                  <a:lnTo>
                    <a:pt x="2876613" y="85725"/>
                  </a:lnTo>
                  <a:lnTo>
                    <a:pt x="2876613" y="428625"/>
                  </a:lnTo>
                  <a:lnTo>
                    <a:pt x="2869860" y="461993"/>
                  </a:lnTo>
                  <a:lnTo>
                    <a:pt x="2851451" y="489242"/>
                  </a:lnTo>
                  <a:lnTo>
                    <a:pt x="2824160" y="507613"/>
                  </a:lnTo>
                  <a:lnTo>
                    <a:pt x="2790761" y="514350"/>
                  </a:lnTo>
                  <a:lnTo>
                    <a:pt x="85725" y="514350"/>
                  </a:lnTo>
                  <a:lnTo>
                    <a:pt x="52356" y="507613"/>
                  </a:lnTo>
                  <a:lnTo>
                    <a:pt x="25107" y="489242"/>
                  </a:lnTo>
                  <a:lnTo>
                    <a:pt x="6736" y="461993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71524" y="6205537"/>
            <a:ext cx="1466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LOGIC</a:t>
            </a:r>
            <a:r>
              <a:rPr sz="1800" spc="-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ill Sans MT"/>
                <a:cs typeface="Gill Sans MT"/>
              </a:rPr>
              <a:t>GATES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33036" y="2648331"/>
            <a:ext cx="6459855" cy="2907030"/>
            <a:chOff x="4722876" y="3837051"/>
            <a:chExt cx="6459855" cy="290703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4267198"/>
              <a:ext cx="6457950" cy="24765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29226" y="3843401"/>
              <a:ext cx="2133600" cy="314325"/>
            </a:xfrm>
            <a:custGeom>
              <a:avLst/>
              <a:gdLst/>
              <a:ahLst/>
              <a:cxnLst/>
              <a:rect l="l" t="t" r="r" b="b"/>
              <a:pathLst>
                <a:path w="2133600" h="314325">
                  <a:moveTo>
                    <a:pt x="2081149" y="0"/>
                  </a:moveTo>
                  <a:lnTo>
                    <a:pt x="52324" y="0"/>
                  </a:lnTo>
                  <a:lnTo>
                    <a:pt x="31932" y="4103"/>
                  </a:lnTo>
                  <a:lnTo>
                    <a:pt x="15303" y="15303"/>
                  </a:lnTo>
                  <a:lnTo>
                    <a:pt x="4103" y="31932"/>
                  </a:lnTo>
                  <a:lnTo>
                    <a:pt x="0" y="52324"/>
                  </a:lnTo>
                  <a:lnTo>
                    <a:pt x="0" y="261874"/>
                  </a:lnTo>
                  <a:lnTo>
                    <a:pt x="4103" y="282285"/>
                  </a:lnTo>
                  <a:lnTo>
                    <a:pt x="15303" y="298957"/>
                  </a:lnTo>
                  <a:lnTo>
                    <a:pt x="31932" y="310201"/>
                  </a:lnTo>
                  <a:lnTo>
                    <a:pt x="52324" y="314325"/>
                  </a:lnTo>
                  <a:lnTo>
                    <a:pt x="2081149" y="314325"/>
                  </a:lnTo>
                  <a:lnTo>
                    <a:pt x="2101560" y="310201"/>
                  </a:lnTo>
                  <a:lnTo>
                    <a:pt x="2118232" y="298958"/>
                  </a:lnTo>
                  <a:lnTo>
                    <a:pt x="2129476" y="282285"/>
                  </a:lnTo>
                  <a:lnTo>
                    <a:pt x="2133600" y="261874"/>
                  </a:lnTo>
                  <a:lnTo>
                    <a:pt x="2133600" y="52324"/>
                  </a:lnTo>
                  <a:lnTo>
                    <a:pt x="2129476" y="31932"/>
                  </a:lnTo>
                  <a:lnTo>
                    <a:pt x="2118232" y="15303"/>
                  </a:lnTo>
                  <a:lnTo>
                    <a:pt x="2101560" y="4103"/>
                  </a:lnTo>
                  <a:lnTo>
                    <a:pt x="2081149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29226" y="3843401"/>
              <a:ext cx="2133600" cy="314325"/>
            </a:xfrm>
            <a:custGeom>
              <a:avLst/>
              <a:gdLst/>
              <a:ahLst/>
              <a:cxnLst/>
              <a:rect l="l" t="t" r="r" b="b"/>
              <a:pathLst>
                <a:path w="2133600" h="314325">
                  <a:moveTo>
                    <a:pt x="0" y="52324"/>
                  </a:moveTo>
                  <a:lnTo>
                    <a:pt x="4103" y="31932"/>
                  </a:lnTo>
                  <a:lnTo>
                    <a:pt x="15303" y="15303"/>
                  </a:lnTo>
                  <a:lnTo>
                    <a:pt x="31932" y="4103"/>
                  </a:lnTo>
                  <a:lnTo>
                    <a:pt x="52324" y="0"/>
                  </a:lnTo>
                  <a:lnTo>
                    <a:pt x="2081149" y="0"/>
                  </a:lnTo>
                  <a:lnTo>
                    <a:pt x="2101560" y="4103"/>
                  </a:lnTo>
                  <a:lnTo>
                    <a:pt x="2118232" y="15303"/>
                  </a:lnTo>
                  <a:lnTo>
                    <a:pt x="2129476" y="31932"/>
                  </a:lnTo>
                  <a:lnTo>
                    <a:pt x="2133600" y="52324"/>
                  </a:lnTo>
                  <a:lnTo>
                    <a:pt x="2133600" y="261874"/>
                  </a:lnTo>
                  <a:lnTo>
                    <a:pt x="2129476" y="282285"/>
                  </a:lnTo>
                  <a:lnTo>
                    <a:pt x="2118232" y="298958"/>
                  </a:lnTo>
                  <a:lnTo>
                    <a:pt x="2101560" y="310201"/>
                  </a:lnTo>
                  <a:lnTo>
                    <a:pt x="2081149" y="314325"/>
                  </a:lnTo>
                  <a:lnTo>
                    <a:pt x="52324" y="314325"/>
                  </a:lnTo>
                  <a:lnTo>
                    <a:pt x="31932" y="310201"/>
                  </a:lnTo>
                  <a:lnTo>
                    <a:pt x="15303" y="298957"/>
                  </a:lnTo>
                  <a:lnTo>
                    <a:pt x="4103" y="282285"/>
                  </a:lnTo>
                  <a:lnTo>
                    <a:pt x="0" y="261874"/>
                  </a:lnTo>
                  <a:lnTo>
                    <a:pt x="0" y="52324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0AD6-F4BB-78DE-0728-9D86068A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277B938-2BA5-56D0-8B7F-2D619533C60E}"/>
              </a:ext>
            </a:extLst>
          </p:cNvPr>
          <p:cNvGrpSpPr/>
          <p:nvPr/>
        </p:nvGrpSpPr>
        <p:grpSpPr>
          <a:xfrm>
            <a:off x="566737" y="1890775"/>
            <a:ext cx="2877185" cy="514350"/>
            <a:chOff x="566737" y="1890775"/>
            <a:chExt cx="2877185" cy="51435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0BC9B9-5A41-90FF-92D3-3560994C48A2}"/>
                </a:ext>
              </a:extLst>
            </p:cNvPr>
            <p:cNvSpPr/>
            <p:nvPr/>
          </p:nvSpPr>
          <p:spPr>
            <a:xfrm>
              <a:off x="566737" y="1890775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2790761" y="0"/>
                  </a:moveTo>
                  <a:lnTo>
                    <a:pt x="85725" y="0"/>
                  </a:lnTo>
                  <a:lnTo>
                    <a:pt x="52356" y="6732"/>
                  </a:lnTo>
                  <a:lnTo>
                    <a:pt x="25107" y="25098"/>
                  </a:lnTo>
                  <a:lnTo>
                    <a:pt x="6736" y="52345"/>
                  </a:lnTo>
                  <a:lnTo>
                    <a:pt x="0" y="85725"/>
                  </a:lnTo>
                  <a:lnTo>
                    <a:pt x="0" y="428498"/>
                  </a:lnTo>
                  <a:lnTo>
                    <a:pt x="6736" y="461897"/>
                  </a:lnTo>
                  <a:lnTo>
                    <a:pt x="25107" y="489188"/>
                  </a:lnTo>
                  <a:lnTo>
                    <a:pt x="52356" y="507597"/>
                  </a:lnTo>
                  <a:lnTo>
                    <a:pt x="85725" y="514350"/>
                  </a:lnTo>
                  <a:lnTo>
                    <a:pt x="2790761" y="514350"/>
                  </a:lnTo>
                  <a:lnTo>
                    <a:pt x="2824160" y="507597"/>
                  </a:lnTo>
                  <a:lnTo>
                    <a:pt x="2851451" y="489188"/>
                  </a:lnTo>
                  <a:lnTo>
                    <a:pt x="2869860" y="461897"/>
                  </a:lnTo>
                  <a:lnTo>
                    <a:pt x="2876613" y="428498"/>
                  </a:lnTo>
                  <a:lnTo>
                    <a:pt x="2876613" y="85725"/>
                  </a:lnTo>
                  <a:lnTo>
                    <a:pt x="2869860" y="52345"/>
                  </a:lnTo>
                  <a:lnTo>
                    <a:pt x="2851451" y="25098"/>
                  </a:lnTo>
                  <a:lnTo>
                    <a:pt x="2824160" y="6732"/>
                  </a:lnTo>
                  <a:lnTo>
                    <a:pt x="2790761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FE59400-49CF-502E-C476-E382A4AC9001}"/>
                </a:ext>
              </a:extLst>
            </p:cNvPr>
            <p:cNvSpPr/>
            <p:nvPr/>
          </p:nvSpPr>
          <p:spPr>
            <a:xfrm>
              <a:off x="566737" y="1890775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0" y="85725"/>
                  </a:moveTo>
                  <a:lnTo>
                    <a:pt x="6736" y="52345"/>
                  </a:lnTo>
                  <a:lnTo>
                    <a:pt x="25107" y="25098"/>
                  </a:lnTo>
                  <a:lnTo>
                    <a:pt x="52356" y="6732"/>
                  </a:lnTo>
                  <a:lnTo>
                    <a:pt x="85725" y="0"/>
                  </a:lnTo>
                  <a:lnTo>
                    <a:pt x="2790761" y="0"/>
                  </a:lnTo>
                  <a:lnTo>
                    <a:pt x="2824160" y="6732"/>
                  </a:lnTo>
                  <a:lnTo>
                    <a:pt x="2851451" y="25098"/>
                  </a:lnTo>
                  <a:lnTo>
                    <a:pt x="2869860" y="52345"/>
                  </a:lnTo>
                  <a:lnTo>
                    <a:pt x="2876613" y="85725"/>
                  </a:lnTo>
                  <a:lnTo>
                    <a:pt x="2876613" y="428498"/>
                  </a:lnTo>
                  <a:lnTo>
                    <a:pt x="2869860" y="461897"/>
                  </a:lnTo>
                  <a:lnTo>
                    <a:pt x="2851451" y="489188"/>
                  </a:lnTo>
                  <a:lnTo>
                    <a:pt x="2824160" y="507597"/>
                  </a:lnTo>
                  <a:lnTo>
                    <a:pt x="2790761" y="514350"/>
                  </a:lnTo>
                  <a:lnTo>
                    <a:pt x="85725" y="514350"/>
                  </a:lnTo>
                  <a:lnTo>
                    <a:pt x="52356" y="507597"/>
                  </a:lnTo>
                  <a:lnTo>
                    <a:pt x="25107" y="489188"/>
                  </a:lnTo>
                  <a:lnTo>
                    <a:pt x="6736" y="461897"/>
                  </a:lnTo>
                  <a:lnTo>
                    <a:pt x="0" y="428498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140746B-6734-A55A-A8A3-BD69BBDC905A}"/>
              </a:ext>
            </a:extLst>
          </p:cNvPr>
          <p:cNvSpPr txBox="1"/>
          <p:nvPr/>
        </p:nvSpPr>
        <p:spPr>
          <a:xfrm>
            <a:off x="897572" y="1986216"/>
            <a:ext cx="2211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DESIRED</a:t>
            </a:r>
            <a:r>
              <a:rPr sz="1800" spc="-2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BEHAVIOUR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6103614-B327-D1FA-5FD8-1A3AE7E14344}"/>
              </a:ext>
            </a:extLst>
          </p:cNvPr>
          <p:cNvGrpSpPr/>
          <p:nvPr/>
        </p:nvGrpSpPr>
        <p:grpSpPr>
          <a:xfrm>
            <a:off x="560387" y="2503551"/>
            <a:ext cx="2889885" cy="1155700"/>
            <a:chOff x="560387" y="2503551"/>
            <a:chExt cx="2889885" cy="115570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208947A-46EF-4E1F-4396-8A579B749E2F}"/>
                </a:ext>
              </a:extLst>
            </p:cNvPr>
            <p:cNvSpPr/>
            <p:nvPr/>
          </p:nvSpPr>
          <p:spPr>
            <a:xfrm>
              <a:off x="1757425" y="2509901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185674" y="0"/>
                  </a:moveTo>
                  <a:lnTo>
                    <a:pt x="61849" y="0"/>
                  </a:lnTo>
                  <a:lnTo>
                    <a:pt x="61849" y="495300"/>
                  </a:lnTo>
                  <a:lnTo>
                    <a:pt x="0" y="495300"/>
                  </a:lnTo>
                  <a:lnTo>
                    <a:pt x="123825" y="619125"/>
                  </a:lnTo>
                  <a:lnTo>
                    <a:pt x="247650" y="495300"/>
                  </a:lnTo>
                  <a:lnTo>
                    <a:pt x="185674" y="495300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4CD8E0A-4ECD-4829-28A8-474E80C6C2F0}"/>
                </a:ext>
              </a:extLst>
            </p:cNvPr>
            <p:cNvSpPr/>
            <p:nvPr/>
          </p:nvSpPr>
          <p:spPr>
            <a:xfrm>
              <a:off x="1757425" y="2509901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0" y="495300"/>
                  </a:moveTo>
                  <a:lnTo>
                    <a:pt x="61849" y="495300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495300"/>
                  </a:lnTo>
                  <a:lnTo>
                    <a:pt x="247650" y="495300"/>
                  </a:lnTo>
                  <a:lnTo>
                    <a:pt x="123825" y="61912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F244895-1CDD-EFF2-3D85-1F57B27490B5}"/>
                </a:ext>
              </a:extLst>
            </p:cNvPr>
            <p:cNvSpPr/>
            <p:nvPr/>
          </p:nvSpPr>
          <p:spPr>
            <a:xfrm>
              <a:off x="566737" y="3205226"/>
              <a:ext cx="2877185" cy="447675"/>
            </a:xfrm>
            <a:custGeom>
              <a:avLst/>
              <a:gdLst/>
              <a:ahLst/>
              <a:cxnLst/>
              <a:rect l="l" t="t" r="r" b="b"/>
              <a:pathLst>
                <a:path w="2877185" h="447675">
                  <a:moveTo>
                    <a:pt x="2801937" y="0"/>
                  </a:moveTo>
                  <a:lnTo>
                    <a:pt x="74612" y="0"/>
                  </a:lnTo>
                  <a:lnTo>
                    <a:pt x="45568" y="5861"/>
                  </a:lnTo>
                  <a:lnTo>
                    <a:pt x="21851" y="21844"/>
                  </a:lnTo>
                  <a:lnTo>
                    <a:pt x="5862" y="45541"/>
                  </a:lnTo>
                  <a:lnTo>
                    <a:pt x="0" y="74549"/>
                  </a:lnTo>
                  <a:lnTo>
                    <a:pt x="0" y="372999"/>
                  </a:lnTo>
                  <a:lnTo>
                    <a:pt x="5862" y="402026"/>
                  </a:lnTo>
                  <a:lnTo>
                    <a:pt x="21851" y="425767"/>
                  </a:lnTo>
                  <a:lnTo>
                    <a:pt x="45568" y="441793"/>
                  </a:lnTo>
                  <a:lnTo>
                    <a:pt x="74612" y="447675"/>
                  </a:lnTo>
                  <a:lnTo>
                    <a:pt x="2801937" y="447675"/>
                  </a:lnTo>
                  <a:lnTo>
                    <a:pt x="2830964" y="441793"/>
                  </a:lnTo>
                  <a:lnTo>
                    <a:pt x="2854706" y="425767"/>
                  </a:lnTo>
                  <a:lnTo>
                    <a:pt x="2870731" y="402026"/>
                  </a:lnTo>
                  <a:lnTo>
                    <a:pt x="2876613" y="372999"/>
                  </a:lnTo>
                  <a:lnTo>
                    <a:pt x="2876613" y="74549"/>
                  </a:lnTo>
                  <a:lnTo>
                    <a:pt x="2870731" y="45541"/>
                  </a:lnTo>
                  <a:lnTo>
                    <a:pt x="2854705" y="21844"/>
                  </a:lnTo>
                  <a:lnTo>
                    <a:pt x="2830964" y="5861"/>
                  </a:lnTo>
                  <a:lnTo>
                    <a:pt x="2801937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2A49427-BAA0-12AF-B68F-845A7379CF34}"/>
                </a:ext>
              </a:extLst>
            </p:cNvPr>
            <p:cNvSpPr/>
            <p:nvPr/>
          </p:nvSpPr>
          <p:spPr>
            <a:xfrm>
              <a:off x="566737" y="3205226"/>
              <a:ext cx="2877185" cy="447675"/>
            </a:xfrm>
            <a:custGeom>
              <a:avLst/>
              <a:gdLst/>
              <a:ahLst/>
              <a:cxnLst/>
              <a:rect l="l" t="t" r="r" b="b"/>
              <a:pathLst>
                <a:path w="2877185" h="447675">
                  <a:moveTo>
                    <a:pt x="0" y="74549"/>
                  </a:moveTo>
                  <a:lnTo>
                    <a:pt x="5862" y="45541"/>
                  </a:lnTo>
                  <a:lnTo>
                    <a:pt x="21851" y="21844"/>
                  </a:lnTo>
                  <a:lnTo>
                    <a:pt x="45568" y="5861"/>
                  </a:lnTo>
                  <a:lnTo>
                    <a:pt x="74612" y="0"/>
                  </a:lnTo>
                  <a:lnTo>
                    <a:pt x="2801937" y="0"/>
                  </a:lnTo>
                  <a:lnTo>
                    <a:pt x="2830964" y="5861"/>
                  </a:lnTo>
                  <a:lnTo>
                    <a:pt x="2854705" y="21844"/>
                  </a:lnTo>
                  <a:lnTo>
                    <a:pt x="2870731" y="45541"/>
                  </a:lnTo>
                  <a:lnTo>
                    <a:pt x="2876613" y="74549"/>
                  </a:lnTo>
                  <a:lnTo>
                    <a:pt x="2876613" y="372999"/>
                  </a:lnTo>
                  <a:lnTo>
                    <a:pt x="2870731" y="402026"/>
                  </a:lnTo>
                  <a:lnTo>
                    <a:pt x="2854706" y="425767"/>
                  </a:lnTo>
                  <a:lnTo>
                    <a:pt x="2830964" y="441793"/>
                  </a:lnTo>
                  <a:lnTo>
                    <a:pt x="2801937" y="447675"/>
                  </a:lnTo>
                  <a:lnTo>
                    <a:pt x="74612" y="447675"/>
                  </a:lnTo>
                  <a:lnTo>
                    <a:pt x="45568" y="441793"/>
                  </a:lnTo>
                  <a:lnTo>
                    <a:pt x="21851" y="425767"/>
                  </a:lnTo>
                  <a:lnTo>
                    <a:pt x="5862" y="402026"/>
                  </a:lnTo>
                  <a:lnTo>
                    <a:pt x="0" y="372999"/>
                  </a:lnTo>
                  <a:lnTo>
                    <a:pt x="0" y="74549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8671D731-A5FD-390A-A10F-1911F433C360}"/>
              </a:ext>
            </a:extLst>
          </p:cNvPr>
          <p:cNvSpPr txBox="1"/>
          <p:nvPr/>
        </p:nvSpPr>
        <p:spPr>
          <a:xfrm>
            <a:off x="1259205" y="3270186"/>
            <a:ext cx="1482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TRUTH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ill Sans MT"/>
                <a:cs typeface="Gill Sans MT"/>
              </a:rPr>
              <a:t>TABLE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F8A192CA-7B24-87BB-D7A7-E40FFDE13DCC}"/>
              </a:ext>
            </a:extLst>
          </p:cNvPr>
          <p:cNvGrpSpPr/>
          <p:nvPr/>
        </p:nvGrpSpPr>
        <p:grpSpPr>
          <a:xfrm>
            <a:off x="569912" y="3846576"/>
            <a:ext cx="2880360" cy="1308100"/>
            <a:chOff x="569912" y="3846576"/>
            <a:chExt cx="2880360" cy="130810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F14C5BA-AAEC-740C-C902-18808FC4BFA6}"/>
                </a:ext>
              </a:extLst>
            </p:cNvPr>
            <p:cNvSpPr/>
            <p:nvPr/>
          </p:nvSpPr>
          <p:spPr>
            <a:xfrm>
              <a:off x="1757425" y="3852926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185674" y="0"/>
                  </a:moveTo>
                  <a:lnTo>
                    <a:pt x="61849" y="0"/>
                  </a:lnTo>
                  <a:lnTo>
                    <a:pt x="61849" y="495300"/>
                  </a:lnTo>
                  <a:lnTo>
                    <a:pt x="0" y="495300"/>
                  </a:lnTo>
                  <a:lnTo>
                    <a:pt x="123825" y="619125"/>
                  </a:lnTo>
                  <a:lnTo>
                    <a:pt x="247650" y="495300"/>
                  </a:lnTo>
                  <a:lnTo>
                    <a:pt x="185674" y="495300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FC147FE-3E7F-B7E4-1B0E-596535088A47}"/>
                </a:ext>
              </a:extLst>
            </p:cNvPr>
            <p:cNvSpPr/>
            <p:nvPr/>
          </p:nvSpPr>
          <p:spPr>
            <a:xfrm>
              <a:off x="1757425" y="3852926"/>
              <a:ext cx="247650" cy="619125"/>
            </a:xfrm>
            <a:custGeom>
              <a:avLst/>
              <a:gdLst/>
              <a:ahLst/>
              <a:cxnLst/>
              <a:rect l="l" t="t" r="r" b="b"/>
              <a:pathLst>
                <a:path w="247650" h="619125">
                  <a:moveTo>
                    <a:pt x="0" y="495300"/>
                  </a:moveTo>
                  <a:lnTo>
                    <a:pt x="61849" y="495300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495300"/>
                  </a:lnTo>
                  <a:lnTo>
                    <a:pt x="247650" y="495300"/>
                  </a:lnTo>
                  <a:lnTo>
                    <a:pt x="123825" y="619125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BE127A5-68FC-BBE2-5F49-544580ACA7F1}"/>
                </a:ext>
              </a:extLst>
            </p:cNvPr>
            <p:cNvSpPr/>
            <p:nvPr/>
          </p:nvSpPr>
          <p:spPr>
            <a:xfrm>
              <a:off x="576262" y="4595876"/>
              <a:ext cx="2867660" cy="552450"/>
            </a:xfrm>
            <a:custGeom>
              <a:avLst/>
              <a:gdLst/>
              <a:ahLst/>
              <a:cxnLst/>
              <a:rect l="l" t="t" r="r" b="b"/>
              <a:pathLst>
                <a:path w="2867660" h="552450">
                  <a:moveTo>
                    <a:pt x="2774886" y="0"/>
                  </a:moveTo>
                  <a:lnTo>
                    <a:pt x="92075" y="0"/>
                  </a:lnTo>
                  <a:lnTo>
                    <a:pt x="56235" y="7225"/>
                  </a:lnTo>
                  <a:lnTo>
                    <a:pt x="26968" y="26939"/>
                  </a:lnTo>
                  <a:lnTo>
                    <a:pt x="723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35" y="496139"/>
                  </a:lnTo>
                  <a:lnTo>
                    <a:pt x="26968" y="525446"/>
                  </a:lnTo>
                  <a:lnTo>
                    <a:pt x="56235" y="545205"/>
                  </a:lnTo>
                  <a:lnTo>
                    <a:pt x="92075" y="552450"/>
                  </a:lnTo>
                  <a:lnTo>
                    <a:pt x="2774886" y="552450"/>
                  </a:lnTo>
                  <a:lnTo>
                    <a:pt x="2810777" y="545205"/>
                  </a:lnTo>
                  <a:lnTo>
                    <a:pt x="2840085" y="525446"/>
                  </a:lnTo>
                  <a:lnTo>
                    <a:pt x="2859843" y="496139"/>
                  </a:lnTo>
                  <a:lnTo>
                    <a:pt x="2867088" y="460248"/>
                  </a:lnTo>
                  <a:lnTo>
                    <a:pt x="2867088" y="92075"/>
                  </a:lnTo>
                  <a:lnTo>
                    <a:pt x="2859843" y="56203"/>
                  </a:lnTo>
                  <a:lnTo>
                    <a:pt x="2840085" y="26939"/>
                  </a:lnTo>
                  <a:lnTo>
                    <a:pt x="2810777" y="7225"/>
                  </a:lnTo>
                  <a:lnTo>
                    <a:pt x="2774886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EEEDB0F-913C-9EC2-AF19-6FB850F67D1A}"/>
                </a:ext>
              </a:extLst>
            </p:cNvPr>
            <p:cNvSpPr/>
            <p:nvPr/>
          </p:nvSpPr>
          <p:spPr>
            <a:xfrm>
              <a:off x="576262" y="4595876"/>
              <a:ext cx="2867660" cy="552450"/>
            </a:xfrm>
            <a:custGeom>
              <a:avLst/>
              <a:gdLst/>
              <a:ahLst/>
              <a:cxnLst/>
              <a:rect l="l" t="t" r="r" b="b"/>
              <a:pathLst>
                <a:path w="2867660" h="552450">
                  <a:moveTo>
                    <a:pt x="0" y="92075"/>
                  </a:moveTo>
                  <a:lnTo>
                    <a:pt x="7235" y="56203"/>
                  </a:lnTo>
                  <a:lnTo>
                    <a:pt x="26968" y="26939"/>
                  </a:lnTo>
                  <a:lnTo>
                    <a:pt x="56235" y="7225"/>
                  </a:lnTo>
                  <a:lnTo>
                    <a:pt x="92075" y="0"/>
                  </a:lnTo>
                  <a:lnTo>
                    <a:pt x="2774886" y="0"/>
                  </a:lnTo>
                  <a:lnTo>
                    <a:pt x="2810777" y="7225"/>
                  </a:lnTo>
                  <a:lnTo>
                    <a:pt x="2840085" y="26939"/>
                  </a:lnTo>
                  <a:lnTo>
                    <a:pt x="2859843" y="56203"/>
                  </a:lnTo>
                  <a:lnTo>
                    <a:pt x="2867088" y="92075"/>
                  </a:lnTo>
                  <a:lnTo>
                    <a:pt x="2867088" y="460248"/>
                  </a:lnTo>
                  <a:lnTo>
                    <a:pt x="2859843" y="496139"/>
                  </a:lnTo>
                  <a:lnTo>
                    <a:pt x="2840085" y="525446"/>
                  </a:lnTo>
                  <a:lnTo>
                    <a:pt x="2810777" y="545205"/>
                  </a:lnTo>
                  <a:lnTo>
                    <a:pt x="2774886" y="552450"/>
                  </a:lnTo>
                  <a:lnTo>
                    <a:pt x="92075" y="552450"/>
                  </a:lnTo>
                  <a:lnTo>
                    <a:pt x="56235" y="545205"/>
                  </a:lnTo>
                  <a:lnTo>
                    <a:pt x="26968" y="525446"/>
                  </a:lnTo>
                  <a:lnTo>
                    <a:pt x="723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94D0B9CC-9978-DB21-7BF7-CCB23E0D06F8}"/>
              </a:ext>
            </a:extLst>
          </p:cNvPr>
          <p:cNvSpPr txBox="1"/>
          <p:nvPr/>
        </p:nvSpPr>
        <p:spPr>
          <a:xfrm>
            <a:off x="791209" y="4712906"/>
            <a:ext cx="2432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BOOLEAN</a:t>
            </a:r>
            <a:r>
              <a:rPr sz="1800" spc="-9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Gill Sans MT"/>
                <a:cs typeface="Gill Sans MT"/>
              </a:rPr>
              <a:t>EXPRESSION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4CBC1FF1-910A-5FB9-F557-6EF16578A486}"/>
              </a:ext>
            </a:extLst>
          </p:cNvPr>
          <p:cNvGrpSpPr/>
          <p:nvPr/>
        </p:nvGrpSpPr>
        <p:grpSpPr>
          <a:xfrm>
            <a:off x="560387" y="379475"/>
            <a:ext cx="10633710" cy="5594350"/>
            <a:chOff x="560387" y="379475"/>
            <a:chExt cx="10633710" cy="5594350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58D25E0-B0C1-D5CF-C9C8-031E2B79A6A9}"/>
                </a:ext>
              </a:extLst>
            </p:cNvPr>
            <p:cNvSpPr/>
            <p:nvPr/>
          </p:nvSpPr>
          <p:spPr>
            <a:xfrm>
              <a:off x="1757425" y="5338825"/>
              <a:ext cx="247650" cy="628650"/>
            </a:xfrm>
            <a:custGeom>
              <a:avLst/>
              <a:gdLst/>
              <a:ahLst/>
              <a:cxnLst/>
              <a:rect l="l" t="t" r="r" b="b"/>
              <a:pathLst>
                <a:path w="247650" h="628650">
                  <a:moveTo>
                    <a:pt x="185674" y="0"/>
                  </a:moveTo>
                  <a:lnTo>
                    <a:pt x="61849" y="0"/>
                  </a:lnTo>
                  <a:lnTo>
                    <a:pt x="61849" y="504761"/>
                  </a:lnTo>
                  <a:lnTo>
                    <a:pt x="0" y="504761"/>
                  </a:lnTo>
                  <a:lnTo>
                    <a:pt x="123825" y="628586"/>
                  </a:lnTo>
                  <a:lnTo>
                    <a:pt x="247650" y="504761"/>
                  </a:lnTo>
                  <a:lnTo>
                    <a:pt x="185674" y="504761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7D1CAD5-D54B-9EAD-68F0-2E357D79572D}"/>
                </a:ext>
              </a:extLst>
            </p:cNvPr>
            <p:cNvSpPr/>
            <p:nvPr/>
          </p:nvSpPr>
          <p:spPr>
            <a:xfrm>
              <a:off x="1757425" y="5338825"/>
              <a:ext cx="247650" cy="628650"/>
            </a:xfrm>
            <a:custGeom>
              <a:avLst/>
              <a:gdLst/>
              <a:ahLst/>
              <a:cxnLst/>
              <a:rect l="l" t="t" r="r" b="b"/>
              <a:pathLst>
                <a:path w="247650" h="628650">
                  <a:moveTo>
                    <a:pt x="0" y="504761"/>
                  </a:moveTo>
                  <a:lnTo>
                    <a:pt x="61849" y="504761"/>
                  </a:lnTo>
                  <a:lnTo>
                    <a:pt x="61849" y="0"/>
                  </a:lnTo>
                  <a:lnTo>
                    <a:pt x="185674" y="0"/>
                  </a:lnTo>
                  <a:lnTo>
                    <a:pt x="185674" y="504761"/>
                  </a:lnTo>
                  <a:lnTo>
                    <a:pt x="247650" y="504761"/>
                  </a:lnTo>
                  <a:lnTo>
                    <a:pt x="123825" y="628586"/>
                  </a:lnTo>
                  <a:lnTo>
                    <a:pt x="0" y="504761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C034606-334E-1D7F-0921-8DBA0F1A7114}"/>
                </a:ext>
              </a:extLst>
            </p:cNvPr>
            <p:cNvSpPr/>
            <p:nvPr/>
          </p:nvSpPr>
          <p:spPr>
            <a:xfrm>
              <a:off x="566737" y="385825"/>
              <a:ext cx="10621010" cy="1162050"/>
            </a:xfrm>
            <a:custGeom>
              <a:avLst/>
              <a:gdLst/>
              <a:ahLst/>
              <a:cxnLst/>
              <a:rect l="l" t="t" r="r" b="b"/>
              <a:pathLst>
                <a:path w="10621010" h="1162050">
                  <a:moveTo>
                    <a:pt x="10426763" y="0"/>
                  </a:moveTo>
                  <a:lnTo>
                    <a:pt x="193675" y="0"/>
                  </a:lnTo>
                  <a:lnTo>
                    <a:pt x="149268" y="5109"/>
                  </a:lnTo>
                  <a:lnTo>
                    <a:pt x="108503" y="19668"/>
                  </a:lnTo>
                  <a:lnTo>
                    <a:pt x="72542" y="42517"/>
                  </a:lnTo>
                  <a:lnTo>
                    <a:pt x="42549" y="72500"/>
                  </a:lnTo>
                  <a:lnTo>
                    <a:pt x="19686" y="108459"/>
                  </a:lnTo>
                  <a:lnTo>
                    <a:pt x="5115" y="149236"/>
                  </a:lnTo>
                  <a:lnTo>
                    <a:pt x="0" y="193675"/>
                  </a:lnTo>
                  <a:lnTo>
                    <a:pt x="0" y="968375"/>
                  </a:lnTo>
                  <a:lnTo>
                    <a:pt x="5115" y="1012773"/>
                  </a:lnTo>
                  <a:lnTo>
                    <a:pt x="19686" y="1053535"/>
                  </a:lnTo>
                  <a:lnTo>
                    <a:pt x="42549" y="1089496"/>
                  </a:lnTo>
                  <a:lnTo>
                    <a:pt x="72542" y="1119492"/>
                  </a:lnTo>
                  <a:lnTo>
                    <a:pt x="108503" y="1142359"/>
                  </a:lnTo>
                  <a:lnTo>
                    <a:pt x="149268" y="1156933"/>
                  </a:lnTo>
                  <a:lnTo>
                    <a:pt x="193675" y="1162050"/>
                  </a:lnTo>
                  <a:lnTo>
                    <a:pt x="10426763" y="1162050"/>
                  </a:lnTo>
                  <a:lnTo>
                    <a:pt x="10471162" y="1156933"/>
                  </a:lnTo>
                  <a:lnTo>
                    <a:pt x="10511923" y="1142359"/>
                  </a:lnTo>
                  <a:lnTo>
                    <a:pt x="10547884" y="1119492"/>
                  </a:lnTo>
                  <a:lnTo>
                    <a:pt x="10577880" y="1089496"/>
                  </a:lnTo>
                  <a:lnTo>
                    <a:pt x="10600747" y="1053535"/>
                  </a:lnTo>
                  <a:lnTo>
                    <a:pt x="10615321" y="1012773"/>
                  </a:lnTo>
                  <a:lnTo>
                    <a:pt x="10620438" y="968375"/>
                  </a:lnTo>
                  <a:lnTo>
                    <a:pt x="10620438" y="193675"/>
                  </a:lnTo>
                  <a:lnTo>
                    <a:pt x="10615321" y="149236"/>
                  </a:lnTo>
                  <a:lnTo>
                    <a:pt x="10600747" y="108459"/>
                  </a:lnTo>
                  <a:lnTo>
                    <a:pt x="10577880" y="72500"/>
                  </a:lnTo>
                  <a:lnTo>
                    <a:pt x="10547884" y="42517"/>
                  </a:lnTo>
                  <a:lnTo>
                    <a:pt x="10511923" y="19668"/>
                  </a:lnTo>
                  <a:lnTo>
                    <a:pt x="10471162" y="5109"/>
                  </a:lnTo>
                  <a:lnTo>
                    <a:pt x="10426763" y="0"/>
                  </a:lnTo>
                  <a:close/>
                </a:path>
              </a:pathLst>
            </a:custGeom>
            <a:solidFill>
              <a:srgbClr val="D1CC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EF0FB2B-BF2B-CC0B-8B6C-93BBB9151F12}"/>
                </a:ext>
              </a:extLst>
            </p:cNvPr>
            <p:cNvSpPr/>
            <p:nvPr/>
          </p:nvSpPr>
          <p:spPr>
            <a:xfrm>
              <a:off x="566737" y="385825"/>
              <a:ext cx="10621010" cy="1162050"/>
            </a:xfrm>
            <a:custGeom>
              <a:avLst/>
              <a:gdLst/>
              <a:ahLst/>
              <a:cxnLst/>
              <a:rect l="l" t="t" r="r" b="b"/>
              <a:pathLst>
                <a:path w="10621010" h="1162050">
                  <a:moveTo>
                    <a:pt x="0" y="193675"/>
                  </a:moveTo>
                  <a:lnTo>
                    <a:pt x="5115" y="149236"/>
                  </a:lnTo>
                  <a:lnTo>
                    <a:pt x="19686" y="108459"/>
                  </a:lnTo>
                  <a:lnTo>
                    <a:pt x="42549" y="72500"/>
                  </a:lnTo>
                  <a:lnTo>
                    <a:pt x="72542" y="42517"/>
                  </a:lnTo>
                  <a:lnTo>
                    <a:pt x="108503" y="19668"/>
                  </a:lnTo>
                  <a:lnTo>
                    <a:pt x="149268" y="5109"/>
                  </a:lnTo>
                  <a:lnTo>
                    <a:pt x="193675" y="0"/>
                  </a:lnTo>
                  <a:lnTo>
                    <a:pt x="10426763" y="0"/>
                  </a:lnTo>
                  <a:lnTo>
                    <a:pt x="10471162" y="5109"/>
                  </a:lnTo>
                  <a:lnTo>
                    <a:pt x="10511923" y="19668"/>
                  </a:lnTo>
                  <a:lnTo>
                    <a:pt x="10547884" y="42517"/>
                  </a:lnTo>
                  <a:lnTo>
                    <a:pt x="10577880" y="72500"/>
                  </a:lnTo>
                  <a:lnTo>
                    <a:pt x="10600747" y="108459"/>
                  </a:lnTo>
                  <a:lnTo>
                    <a:pt x="10615321" y="149236"/>
                  </a:lnTo>
                  <a:lnTo>
                    <a:pt x="10620438" y="193675"/>
                  </a:lnTo>
                  <a:lnTo>
                    <a:pt x="10620438" y="968375"/>
                  </a:lnTo>
                  <a:lnTo>
                    <a:pt x="10615321" y="1012773"/>
                  </a:lnTo>
                  <a:lnTo>
                    <a:pt x="10600747" y="1053535"/>
                  </a:lnTo>
                  <a:lnTo>
                    <a:pt x="10577880" y="1089496"/>
                  </a:lnTo>
                  <a:lnTo>
                    <a:pt x="10547884" y="1119492"/>
                  </a:lnTo>
                  <a:lnTo>
                    <a:pt x="10511923" y="1142359"/>
                  </a:lnTo>
                  <a:lnTo>
                    <a:pt x="10471162" y="1156933"/>
                  </a:lnTo>
                  <a:lnTo>
                    <a:pt x="10426763" y="1162050"/>
                  </a:lnTo>
                  <a:lnTo>
                    <a:pt x="193675" y="1162050"/>
                  </a:lnTo>
                  <a:lnTo>
                    <a:pt x="149268" y="1156933"/>
                  </a:lnTo>
                  <a:lnTo>
                    <a:pt x="108503" y="1142359"/>
                  </a:lnTo>
                  <a:lnTo>
                    <a:pt x="72542" y="1119492"/>
                  </a:lnTo>
                  <a:lnTo>
                    <a:pt x="42549" y="1089496"/>
                  </a:lnTo>
                  <a:lnTo>
                    <a:pt x="19686" y="1053535"/>
                  </a:lnTo>
                  <a:lnTo>
                    <a:pt x="5115" y="1012773"/>
                  </a:lnTo>
                  <a:lnTo>
                    <a:pt x="0" y="968375"/>
                  </a:lnTo>
                  <a:lnTo>
                    <a:pt x="0" y="1936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 descr="$PPTXTitle">
            <a:extLst>
              <a:ext uri="{FF2B5EF4-FFF2-40B4-BE49-F238E27FC236}">
                <a16:creationId xmlns:a16="http://schemas.microsoft.com/office/drawing/2014/main" id="{A84941B3-B7C1-7FE9-5FED-E1EC1FA679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3635" y="848105"/>
            <a:ext cx="72370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000000"/>
                </a:solidFill>
              </a:rPr>
              <a:t>Truth</a:t>
            </a:r>
            <a:r>
              <a:rPr sz="3600" spc="-15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Table</a:t>
            </a:r>
            <a:r>
              <a:rPr sz="3600" spc="-15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→</a:t>
            </a:r>
            <a:r>
              <a:rPr sz="3600" spc="-20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Circuit</a:t>
            </a:r>
            <a:r>
              <a:rPr sz="3600" spc="-18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→</a:t>
            </a:r>
            <a:r>
              <a:rPr sz="3600" spc="-19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Logisim</a:t>
            </a:r>
            <a:endParaRPr sz="3600"/>
          </a:p>
        </p:txBody>
      </p:sp>
      <p:pic>
        <p:nvPicPr>
          <p:cNvPr id="34" name="object 34">
            <a:extLst>
              <a:ext uri="{FF2B5EF4-FFF2-40B4-BE49-F238E27FC236}">
                <a16:creationId xmlns:a16="http://schemas.microsoft.com/office/drawing/2014/main" id="{02B2DAE1-D293-162E-5085-28E8A35B12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8640" y="1917700"/>
            <a:ext cx="7334250" cy="1933575"/>
          </a:xfrm>
          <a:prstGeom prst="rect">
            <a:avLst/>
          </a:prstGeom>
        </p:spPr>
      </p:pic>
      <p:grpSp>
        <p:nvGrpSpPr>
          <p:cNvPr id="19" name="object 19">
            <a:extLst>
              <a:ext uri="{FF2B5EF4-FFF2-40B4-BE49-F238E27FC236}">
                <a16:creationId xmlns:a16="http://schemas.microsoft.com/office/drawing/2014/main" id="{303307BB-DB4F-A765-9E1D-1B44995E9345}"/>
              </a:ext>
            </a:extLst>
          </p:cNvPr>
          <p:cNvGrpSpPr/>
          <p:nvPr/>
        </p:nvGrpSpPr>
        <p:grpSpPr>
          <a:xfrm>
            <a:off x="560387" y="6094412"/>
            <a:ext cx="2889885" cy="527050"/>
            <a:chOff x="560387" y="6094412"/>
            <a:chExt cx="2889885" cy="527050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34E080FB-7C05-1FC4-1D07-D2936D950848}"/>
                </a:ext>
              </a:extLst>
            </p:cNvPr>
            <p:cNvSpPr/>
            <p:nvPr/>
          </p:nvSpPr>
          <p:spPr>
            <a:xfrm>
              <a:off x="566737" y="6100762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2790761" y="0"/>
                  </a:moveTo>
                  <a:lnTo>
                    <a:pt x="85725" y="0"/>
                  </a:lnTo>
                  <a:lnTo>
                    <a:pt x="52356" y="6736"/>
                  </a:lnTo>
                  <a:lnTo>
                    <a:pt x="25107" y="25107"/>
                  </a:lnTo>
                  <a:lnTo>
                    <a:pt x="6736" y="52356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6736" y="461993"/>
                  </a:lnTo>
                  <a:lnTo>
                    <a:pt x="25107" y="489242"/>
                  </a:lnTo>
                  <a:lnTo>
                    <a:pt x="52356" y="507613"/>
                  </a:lnTo>
                  <a:lnTo>
                    <a:pt x="85725" y="514350"/>
                  </a:lnTo>
                  <a:lnTo>
                    <a:pt x="2790761" y="514350"/>
                  </a:lnTo>
                  <a:lnTo>
                    <a:pt x="2824160" y="507613"/>
                  </a:lnTo>
                  <a:lnTo>
                    <a:pt x="2851451" y="489242"/>
                  </a:lnTo>
                  <a:lnTo>
                    <a:pt x="2869860" y="461993"/>
                  </a:lnTo>
                  <a:lnTo>
                    <a:pt x="2876613" y="428625"/>
                  </a:lnTo>
                  <a:lnTo>
                    <a:pt x="2876613" y="85725"/>
                  </a:lnTo>
                  <a:lnTo>
                    <a:pt x="2869860" y="52356"/>
                  </a:lnTo>
                  <a:lnTo>
                    <a:pt x="2851451" y="25107"/>
                  </a:lnTo>
                  <a:lnTo>
                    <a:pt x="2824160" y="6736"/>
                  </a:lnTo>
                  <a:lnTo>
                    <a:pt x="2790761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95B7800-3D91-F647-7188-CC5C797C9A3A}"/>
                </a:ext>
              </a:extLst>
            </p:cNvPr>
            <p:cNvSpPr/>
            <p:nvPr/>
          </p:nvSpPr>
          <p:spPr>
            <a:xfrm>
              <a:off x="566737" y="6100762"/>
              <a:ext cx="2877185" cy="514350"/>
            </a:xfrm>
            <a:custGeom>
              <a:avLst/>
              <a:gdLst/>
              <a:ahLst/>
              <a:cxnLst/>
              <a:rect l="l" t="t" r="r" b="b"/>
              <a:pathLst>
                <a:path w="2877185" h="514350">
                  <a:moveTo>
                    <a:pt x="0" y="85725"/>
                  </a:moveTo>
                  <a:lnTo>
                    <a:pt x="6736" y="52356"/>
                  </a:lnTo>
                  <a:lnTo>
                    <a:pt x="25107" y="25107"/>
                  </a:lnTo>
                  <a:lnTo>
                    <a:pt x="52356" y="6736"/>
                  </a:lnTo>
                  <a:lnTo>
                    <a:pt x="85725" y="0"/>
                  </a:lnTo>
                  <a:lnTo>
                    <a:pt x="2790761" y="0"/>
                  </a:lnTo>
                  <a:lnTo>
                    <a:pt x="2824160" y="6736"/>
                  </a:lnTo>
                  <a:lnTo>
                    <a:pt x="2851451" y="25107"/>
                  </a:lnTo>
                  <a:lnTo>
                    <a:pt x="2869860" y="52356"/>
                  </a:lnTo>
                  <a:lnTo>
                    <a:pt x="2876613" y="85725"/>
                  </a:lnTo>
                  <a:lnTo>
                    <a:pt x="2876613" y="428625"/>
                  </a:lnTo>
                  <a:lnTo>
                    <a:pt x="2869860" y="461993"/>
                  </a:lnTo>
                  <a:lnTo>
                    <a:pt x="2851451" y="489242"/>
                  </a:lnTo>
                  <a:lnTo>
                    <a:pt x="2824160" y="507613"/>
                  </a:lnTo>
                  <a:lnTo>
                    <a:pt x="2790761" y="514350"/>
                  </a:lnTo>
                  <a:lnTo>
                    <a:pt x="85725" y="514350"/>
                  </a:lnTo>
                  <a:lnTo>
                    <a:pt x="52356" y="507613"/>
                  </a:lnTo>
                  <a:lnTo>
                    <a:pt x="25107" y="489242"/>
                  </a:lnTo>
                  <a:lnTo>
                    <a:pt x="6736" y="461993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EB63AA7C-854F-25EF-FEC2-5BF39820FD4E}"/>
              </a:ext>
            </a:extLst>
          </p:cNvPr>
          <p:cNvSpPr txBox="1"/>
          <p:nvPr/>
        </p:nvSpPr>
        <p:spPr>
          <a:xfrm>
            <a:off x="1271524" y="6205537"/>
            <a:ext cx="1466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ill Sans MT"/>
                <a:cs typeface="Gill Sans MT"/>
              </a:rPr>
              <a:t>LOGIC</a:t>
            </a:r>
            <a:r>
              <a:rPr sz="1800" spc="-40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ill Sans MT"/>
                <a:cs typeface="Gill Sans MT"/>
              </a:rPr>
              <a:t>GATES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29" name="object 29">
            <a:extLst>
              <a:ext uri="{FF2B5EF4-FFF2-40B4-BE49-F238E27FC236}">
                <a16:creationId xmlns:a16="http://schemas.microsoft.com/office/drawing/2014/main" id="{2003F604-F3B0-B085-5DD2-691811F724DE}"/>
              </a:ext>
            </a:extLst>
          </p:cNvPr>
          <p:cNvGrpSpPr/>
          <p:nvPr/>
        </p:nvGrpSpPr>
        <p:grpSpPr>
          <a:xfrm>
            <a:off x="6964426" y="4066921"/>
            <a:ext cx="2133600" cy="314325"/>
            <a:chOff x="4729226" y="3843401"/>
            <a:chExt cx="2133600" cy="314325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BD99C11-E7BA-0B0F-569C-7C170EEA13D5}"/>
                </a:ext>
              </a:extLst>
            </p:cNvPr>
            <p:cNvSpPr/>
            <p:nvPr/>
          </p:nvSpPr>
          <p:spPr>
            <a:xfrm>
              <a:off x="4729226" y="3843401"/>
              <a:ext cx="2133600" cy="314325"/>
            </a:xfrm>
            <a:custGeom>
              <a:avLst/>
              <a:gdLst/>
              <a:ahLst/>
              <a:cxnLst/>
              <a:rect l="l" t="t" r="r" b="b"/>
              <a:pathLst>
                <a:path w="2133600" h="314325">
                  <a:moveTo>
                    <a:pt x="2081149" y="0"/>
                  </a:moveTo>
                  <a:lnTo>
                    <a:pt x="52324" y="0"/>
                  </a:lnTo>
                  <a:lnTo>
                    <a:pt x="31932" y="4103"/>
                  </a:lnTo>
                  <a:lnTo>
                    <a:pt x="15303" y="15303"/>
                  </a:lnTo>
                  <a:lnTo>
                    <a:pt x="4103" y="31932"/>
                  </a:lnTo>
                  <a:lnTo>
                    <a:pt x="0" y="52324"/>
                  </a:lnTo>
                  <a:lnTo>
                    <a:pt x="0" y="261874"/>
                  </a:lnTo>
                  <a:lnTo>
                    <a:pt x="4103" y="282285"/>
                  </a:lnTo>
                  <a:lnTo>
                    <a:pt x="15303" y="298957"/>
                  </a:lnTo>
                  <a:lnTo>
                    <a:pt x="31932" y="310201"/>
                  </a:lnTo>
                  <a:lnTo>
                    <a:pt x="52324" y="314325"/>
                  </a:lnTo>
                  <a:lnTo>
                    <a:pt x="2081149" y="314325"/>
                  </a:lnTo>
                  <a:lnTo>
                    <a:pt x="2101560" y="310201"/>
                  </a:lnTo>
                  <a:lnTo>
                    <a:pt x="2118232" y="298958"/>
                  </a:lnTo>
                  <a:lnTo>
                    <a:pt x="2129476" y="282285"/>
                  </a:lnTo>
                  <a:lnTo>
                    <a:pt x="2133600" y="261874"/>
                  </a:lnTo>
                  <a:lnTo>
                    <a:pt x="2133600" y="52324"/>
                  </a:lnTo>
                  <a:lnTo>
                    <a:pt x="2129476" y="31932"/>
                  </a:lnTo>
                  <a:lnTo>
                    <a:pt x="2118232" y="15303"/>
                  </a:lnTo>
                  <a:lnTo>
                    <a:pt x="2101560" y="4103"/>
                  </a:lnTo>
                  <a:lnTo>
                    <a:pt x="2081149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5FAF75A-B99C-A2A7-006B-E46360476BE3}"/>
                </a:ext>
              </a:extLst>
            </p:cNvPr>
            <p:cNvSpPr/>
            <p:nvPr/>
          </p:nvSpPr>
          <p:spPr>
            <a:xfrm>
              <a:off x="4729226" y="3843401"/>
              <a:ext cx="2133600" cy="314325"/>
            </a:xfrm>
            <a:custGeom>
              <a:avLst/>
              <a:gdLst/>
              <a:ahLst/>
              <a:cxnLst/>
              <a:rect l="l" t="t" r="r" b="b"/>
              <a:pathLst>
                <a:path w="2133600" h="314325">
                  <a:moveTo>
                    <a:pt x="0" y="52324"/>
                  </a:moveTo>
                  <a:lnTo>
                    <a:pt x="4103" y="31932"/>
                  </a:lnTo>
                  <a:lnTo>
                    <a:pt x="15303" y="15303"/>
                  </a:lnTo>
                  <a:lnTo>
                    <a:pt x="31932" y="4103"/>
                  </a:lnTo>
                  <a:lnTo>
                    <a:pt x="52324" y="0"/>
                  </a:lnTo>
                  <a:lnTo>
                    <a:pt x="2081149" y="0"/>
                  </a:lnTo>
                  <a:lnTo>
                    <a:pt x="2101560" y="4103"/>
                  </a:lnTo>
                  <a:lnTo>
                    <a:pt x="2118232" y="15303"/>
                  </a:lnTo>
                  <a:lnTo>
                    <a:pt x="2129476" y="31932"/>
                  </a:lnTo>
                  <a:lnTo>
                    <a:pt x="2133600" y="52324"/>
                  </a:lnTo>
                  <a:lnTo>
                    <a:pt x="2133600" y="261874"/>
                  </a:lnTo>
                  <a:lnTo>
                    <a:pt x="2129476" y="282285"/>
                  </a:lnTo>
                  <a:lnTo>
                    <a:pt x="2118232" y="298958"/>
                  </a:lnTo>
                  <a:lnTo>
                    <a:pt x="2101560" y="310201"/>
                  </a:lnTo>
                  <a:lnTo>
                    <a:pt x="2081149" y="314325"/>
                  </a:lnTo>
                  <a:lnTo>
                    <a:pt x="52324" y="314325"/>
                  </a:lnTo>
                  <a:lnTo>
                    <a:pt x="31932" y="310201"/>
                  </a:lnTo>
                  <a:lnTo>
                    <a:pt x="15303" y="298957"/>
                  </a:lnTo>
                  <a:lnTo>
                    <a:pt x="4103" y="282285"/>
                  </a:lnTo>
                  <a:lnTo>
                    <a:pt x="0" y="261874"/>
                  </a:lnTo>
                  <a:lnTo>
                    <a:pt x="0" y="52324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720B323D-9C43-6103-3F22-8016865737CA}"/>
              </a:ext>
            </a:extLst>
          </p:cNvPr>
          <p:cNvSpPr txBox="1"/>
          <p:nvPr/>
        </p:nvSpPr>
        <p:spPr>
          <a:xfrm>
            <a:off x="7086346" y="4077081"/>
            <a:ext cx="2133600" cy="29046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60020">
              <a:spcBef>
                <a:spcPts val="105"/>
              </a:spcBef>
            </a:pPr>
            <a:r>
              <a:rPr lang="en-US" dirty="0">
                <a:solidFill>
                  <a:srgbClr val="FFFFFF"/>
                </a:solidFill>
                <a:latin typeface="Gill Sans MT"/>
              </a:rPr>
              <a:t>TRUTH TABLE</a:t>
            </a:r>
            <a:endParaRPr dirty="0">
              <a:solidFill>
                <a:srgbClr val="FFFFFF"/>
              </a:solidFill>
              <a:latin typeface="Gill Sans MT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477AF22-0A0B-2F0F-9FE5-646B8AAD2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537" y="4775200"/>
            <a:ext cx="3418205" cy="16459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2D3FF92-E7B6-311E-E0DD-9D47A8C66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65" y="4716780"/>
            <a:ext cx="3516630" cy="176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6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5AA95-59FD-A2EC-412B-40869D73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>
            <a:extLst>
              <a:ext uri="{FF2B5EF4-FFF2-40B4-BE49-F238E27FC236}">
                <a16:creationId xmlns:a16="http://schemas.microsoft.com/office/drawing/2014/main" id="{CD0743B8-3FF9-6431-EB1C-FEDC8533D03E}"/>
              </a:ext>
            </a:extLst>
          </p:cNvPr>
          <p:cNvGrpSpPr/>
          <p:nvPr/>
        </p:nvGrpSpPr>
        <p:grpSpPr>
          <a:xfrm>
            <a:off x="2332101" y="131826"/>
            <a:ext cx="7966075" cy="1383030"/>
            <a:chOff x="2332101" y="131826"/>
            <a:chExt cx="7966075" cy="14033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3697881-E3ED-AF2E-2922-AABC1FE462FD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7721473" y="0"/>
                  </a:moveTo>
                  <a:lnTo>
                    <a:pt x="231775" y="0"/>
                  </a:lnTo>
                  <a:lnTo>
                    <a:pt x="185061" y="4708"/>
                  </a:lnTo>
                  <a:lnTo>
                    <a:pt x="141553" y="18212"/>
                  </a:lnTo>
                  <a:lnTo>
                    <a:pt x="102182" y="39580"/>
                  </a:lnTo>
                  <a:lnTo>
                    <a:pt x="67881" y="67881"/>
                  </a:lnTo>
                  <a:lnTo>
                    <a:pt x="39580" y="102182"/>
                  </a:lnTo>
                  <a:lnTo>
                    <a:pt x="18212" y="141553"/>
                  </a:lnTo>
                  <a:lnTo>
                    <a:pt x="4708" y="185061"/>
                  </a:lnTo>
                  <a:lnTo>
                    <a:pt x="0" y="231775"/>
                  </a:lnTo>
                  <a:lnTo>
                    <a:pt x="0" y="1158748"/>
                  </a:lnTo>
                  <a:lnTo>
                    <a:pt x="4708" y="1205467"/>
                  </a:lnTo>
                  <a:lnTo>
                    <a:pt x="18212" y="1248989"/>
                  </a:lnTo>
                  <a:lnTo>
                    <a:pt x="39580" y="1288380"/>
                  </a:lnTo>
                  <a:lnTo>
                    <a:pt x="67881" y="1322704"/>
                  </a:lnTo>
                  <a:lnTo>
                    <a:pt x="102182" y="1351028"/>
                  </a:lnTo>
                  <a:lnTo>
                    <a:pt x="141553" y="1372417"/>
                  </a:lnTo>
                  <a:lnTo>
                    <a:pt x="185061" y="1385936"/>
                  </a:lnTo>
                  <a:lnTo>
                    <a:pt x="231775" y="1390650"/>
                  </a:lnTo>
                  <a:lnTo>
                    <a:pt x="7721473" y="1390650"/>
                  </a:lnTo>
                  <a:lnTo>
                    <a:pt x="7768192" y="1385936"/>
                  </a:lnTo>
                  <a:lnTo>
                    <a:pt x="7811714" y="1372417"/>
                  </a:lnTo>
                  <a:lnTo>
                    <a:pt x="7851105" y="1351028"/>
                  </a:lnTo>
                  <a:lnTo>
                    <a:pt x="7885430" y="1322705"/>
                  </a:lnTo>
                  <a:lnTo>
                    <a:pt x="7913753" y="1288380"/>
                  </a:lnTo>
                  <a:lnTo>
                    <a:pt x="7935142" y="1248989"/>
                  </a:lnTo>
                  <a:lnTo>
                    <a:pt x="7948661" y="1205467"/>
                  </a:lnTo>
                  <a:lnTo>
                    <a:pt x="7953375" y="1158748"/>
                  </a:lnTo>
                  <a:lnTo>
                    <a:pt x="7953375" y="231775"/>
                  </a:lnTo>
                  <a:lnTo>
                    <a:pt x="7948661" y="185061"/>
                  </a:lnTo>
                  <a:lnTo>
                    <a:pt x="7935142" y="141553"/>
                  </a:lnTo>
                  <a:lnTo>
                    <a:pt x="7913753" y="102182"/>
                  </a:lnTo>
                  <a:lnTo>
                    <a:pt x="7885429" y="67881"/>
                  </a:lnTo>
                  <a:lnTo>
                    <a:pt x="7851105" y="39580"/>
                  </a:lnTo>
                  <a:lnTo>
                    <a:pt x="7811714" y="18212"/>
                  </a:lnTo>
                  <a:lnTo>
                    <a:pt x="7768192" y="4708"/>
                  </a:lnTo>
                  <a:lnTo>
                    <a:pt x="7721473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A1D12AB-85DB-4360-BD4A-AA9166349918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0" y="231775"/>
                  </a:moveTo>
                  <a:lnTo>
                    <a:pt x="4708" y="185061"/>
                  </a:lnTo>
                  <a:lnTo>
                    <a:pt x="18212" y="141553"/>
                  </a:lnTo>
                  <a:lnTo>
                    <a:pt x="39580" y="102182"/>
                  </a:lnTo>
                  <a:lnTo>
                    <a:pt x="67881" y="67881"/>
                  </a:lnTo>
                  <a:lnTo>
                    <a:pt x="102182" y="39580"/>
                  </a:lnTo>
                  <a:lnTo>
                    <a:pt x="141553" y="18212"/>
                  </a:lnTo>
                  <a:lnTo>
                    <a:pt x="185061" y="4708"/>
                  </a:lnTo>
                  <a:lnTo>
                    <a:pt x="231775" y="0"/>
                  </a:lnTo>
                  <a:lnTo>
                    <a:pt x="7721473" y="0"/>
                  </a:lnTo>
                  <a:lnTo>
                    <a:pt x="7768192" y="4708"/>
                  </a:lnTo>
                  <a:lnTo>
                    <a:pt x="7811714" y="18212"/>
                  </a:lnTo>
                  <a:lnTo>
                    <a:pt x="7851105" y="39580"/>
                  </a:lnTo>
                  <a:lnTo>
                    <a:pt x="7885429" y="67881"/>
                  </a:lnTo>
                  <a:lnTo>
                    <a:pt x="7913753" y="102182"/>
                  </a:lnTo>
                  <a:lnTo>
                    <a:pt x="7935142" y="141553"/>
                  </a:lnTo>
                  <a:lnTo>
                    <a:pt x="7948661" y="185061"/>
                  </a:lnTo>
                  <a:lnTo>
                    <a:pt x="7953375" y="231775"/>
                  </a:lnTo>
                  <a:lnTo>
                    <a:pt x="7953375" y="1158748"/>
                  </a:lnTo>
                  <a:lnTo>
                    <a:pt x="7948661" y="1205467"/>
                  </a:lnTo>
                  <a:lnTo>
                    <a:pt x="7935142" y="1248989"/>
                  </a:lnTo>
                  <a:lnTo>
                    <a:pt x="7913753" y="1288380"/>
                  </a:lnTo>
                  <a:lnTo>
                    <a:pt x="7885430" y="1322705"/>
                  </a:lnTo>
                  <a:lnTo>
                    <a:pt x="7851105" y="1351028"/>
                  </a:lnTo>
                  <a:lnTo>
                    <a:pt x="7811714" y="1372417"/>
                  </a:lnTo>
                  <a:lnTo>
                    <a:pt x="7768192" y="1385936"/>
                  </a:lnTo>
                  <a:lnTo>
                    <a:pt x="7721473" y="1390650"/>
                  </a:lnTo>
                  <a:lnTo>
                    <a:pt x="231775" y="1390650"/>
                  </a:lnTo>
                  <a:lnTo>
                    <a:pt x="185061" y="1385936"/>
                  </a:lnTo>
                  <a:lnTo>
                    <a:pt x="141553" y="1372417"/>
                  </a:lnTo>
                  <a:lnTo>
                    <a:pt x="102182" y="1351028"/>
                  </a:lnTo>
                  <a:lnTo>
                    <a:pt x="67881" y="1322704"/>
                  </a:lnTo>
                  <a:lnTo>
                    <a:pt x="39580" y="1288380"/>
                  </a:lnTo>
                  <a:lnTo>
                    <a:pt x="18212" y="1248989"/>
                  </a:lnTo>
                  <a:lnTo>
                    <a:pt x="4708" y="1205467"/>
                  </a:lnTo>
                  <a:lnTo>
                    <a:pt x="0" y="1158748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9EDB3D87-5284-90B2-A37E-BD99461D7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0664" y="383857"/>
            <a:ext cx="7077709" cy="7010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b="1" spc="-655" dirty="0">
                <a:solidFill>
                  <a:srgbClr val="000000"/>
                </a:solidFill>
                <a:latin typeface="Garamond"/>
                <a:cs typeface="Garamond"/>
              </a:rPr>
              <a:t>LOGISIM      IMPLEMENTATION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F327ABF-E9DF-0BD6-622D-6E095335E5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3834" y="1534858"/>
            <a:ext cx="12030701" cy="518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2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B01B-0127-6A59-D8EE-AD900E06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>
            <a:extLst>
              <a:ext uri="{FF2B5EF4-FFF2-40B4-BE49-F238E27FC236}">
                <a16:creationId xmlns:a16="http://schemas.microsoft.com/office/drawing/2014/main" id="{4DAC8C11-AE6A-30A6-ADF4-F1554CB2FE07}"/>
              </a:ext>
            </a:extLst>
          </p:cNvPr>
          <p:cNvGrpSpPr/>
          <p:nvPr/>
        </p:nvGrpSpPr>
        <p:grpSpPr>
          <a:xfrm>
            <a:off x="2332101" y="131826"/>
            <a:ext cx="7966075" cy="966470"/>
            <a:chOff x="2332101" y="131826"/>
            <a:chExt cx="7966075" cy="14033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F211FE7-D1DA-3571-9175-8F94E8DDC871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7721473" y="0"/>
                  </a:moveTo>
                  <a:lnTo>
                    <a:pt x="231775" y="0"/>
                  </a:lnTo>
                  <a:lnTo>
                    <a:pt x="185061" y="4708"/>
                  </a:lnTo>
                  <a:lnTo>
                    <a:pt x="141553" y="18212"/>
                  </a:lnTo>
                  <a:lnTo>
                    <a:pt x="102182" y="39580"/>
                  </a:lnTo>
                  <a:lnTo>
                    <a:pt x="67881" y="67881"/>
                  </a:lnTo>
                  <a:lnTo>
                    <a:pt x="39580" y="102182"/>
                  </a:lnTo>
                  <a:lnTo>
                    <a:pt x="18212" y="141553"/>
                  </a:lnTo>
                  <a:lnTo>
                    <a:pt x="4708" y="185061"/>
                  </a:lnTo>
                  <a:lnTo>
                    <a:pt x="0" y="231775"/>
                  </a:lnTo>
                  <a:lnTo>
                    <a:pt x="0" y="1158748"/>
                  </a:lnTo>
                  <a:lnTo>
                    <a:pt x="4708" y="1205467"/>
                  </a:lnTo>
                  <a:lnTo>
                    <a:pt x="18212" y="1248989"/>
                  </a:lnTo>
                  <a:lnTo>
                    <a:pt x="39580" y="1288380"/>
                  </a:lnTo>
                  <a:lnTo>
                    <a:pt x="67881" y="1322704"/>
                  </a:lnTo>
                  <a:lnTo>
                    <a:pt x="102182" y="1351028"/>
                  </a:lnTo>
                  <a:lnTo>
                    <a:pt x="141553" y="1372417"/>
                  </a:lnTo>
                  <a:lnTo>
                    <a:pt x="185061" y="1385936"/>
                  </a:lnTo>
                  <a:lnTo>
                    <a:pt x="231775" y="1390650"/>
                  </a:lnTo>
                  <a:lnTo>
                    <a:pt x="7721473" y="1390650"/>
                  </a:lnTo>
                  <a:lnTo>
                    <a:pt x="7768192" y="1385936"/>
                  </a:lnTo>
                  <a:lnTo>
                    <a:pt x="7811714" y="1372417"/>
                  </a:lnTo>
                  <a:lnTo>
                    <a:pt x="7851105" y="1351028"/>
                  </a:lnTo>
                  <a:lnTo>
                    <a:pt x="7885430" y="1322705"/>
                  </a:lnTo>
                  <a:lnTo>
                    <a:pt x="7913753" y="1288380"/>
                  </a:lnTo>
                  <a:lnTo>
                    <a:pt x="7935142" y="1248989"/>
                  </a:lnTo>
                  <a:lnTo>
                    <a:pt x="7948661" y="1205467"/>
                  </a:lnTo>
                  <a:lnTo>
                    <a:pt x="7953375" y="1158748"/>
                  </a:lnTo>
                  <a:lnTo>
                    <a:pt x="7953375" y="231775"/>
                  </a:lnTo>
                  <a:lnTo>
                    <a:pt x="7948661" y="185061"/>
                  </a:lnTo>
                  <a:lnTo>
                    <a:pt x="7935142" y="141553"/>
                  </a:lnTo>
                  <a:lnTo>
                    <a:pt x="7913753" y="102182"/>
                  </a:lnTo>
                  <a:lnTo>
                    <a:pt x="7885429" y="67881"/>
                  </a:lnTo>
                  <a:lnTo>
                    <a:pt x="7851105" y="39580"/>
                  </a:lnTo>
                  <a:lnTo>
                    <a:pt x="7811714" y="18212"/>
                  </a:lnTo>
                  <a:lnTo>
                    <a:pt x="7768192" y="4708"/>
                  </a:lnTo>
                  <a:lnTo>
                    <a:pt x="7721473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586156-2A1B-C454-C58A-7239402D6410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0" y="231775"/>
                  </a:moveTo>
                  <a:lnTo>
                    <a:pt x="4708" y="185061"/>
                  </a:lnTo>
                  <a:lnTo>
                    <a:pt x="18212" y="141553"/>
                  </a:lnTo>
                  <a:lnTo>
                    <a:pt x="39580" y="102182"/>
                  </a:lnTo>
                  <a:lnTo>
                    <a:pt x="67881" y="67881"/>
                  </a:lnTo>
                  <a:lnTo>
                    <a:pt x="102182" y="39580"/>
                  </a:lnTo>
                  <a:lnTo>
                    <a:pt x="141553" y="18212"/>
                  </a:lnTo>
                  <a:lnTo>
                    <a:pt x="185061" y="4708"/>
                  </a:lnTo>
                  <a:lnTo>
                    <a:pt x="231775" y="0"/>
                  </a:lnTo>
                  <a:lnTo>
                    <a:pt x="7721473" y="0"/>
                  </a:lnTo>
                  <a:lnTo>
                    <a:pt x="7768192" y="4708"/>
                  </a:lnTo>
                  <a:lnTo>
                    <a:pt x="7811714" y="18212"/>
                  </a:lnTo>
                  <a:lnTo>
                    <a:pt x="7851105" y="39580"/>
                  </a:lnTo>
                  <a:lnTo>
                    <a:pt x="7885429" y="67881"/>
                  </a:lnTo>
                  <a:lnTo>
                    <a:pt x="7913753" y="102182"/>
                  </a:lnTo>
                  <a:lnTo>
                    <a:pt x="7935142" y="141553"/>
                  </a:lnTo>
                  <a:lnTo>
                    <a:pt x="7948661" y="185061"/>
                  </a:lnTo>
                  <a:lnTo>
                    <a:pt x="7953375" y="231775"/>
                  </a:lnTo>
                  <a:lnTo>
                    <a:pt x="7953375" y="1158748"/>
                  </a:lnTo>
                  <a:lnTo>
                    <a:pt x="7948661" y="1205467"/>
                  </a:lnTo>
                  <a:lnTo>
                    <a:pt x="7935142" y="1248989"/>
                  </a:lnTo>
                  <a:lnTo>
                    <a:pt x="7913753" y="1288380"/>
                  </a:lnTo>
                  <a:lnTo>
                    <a:pt x="7885430" y="1322705"/>
                  </a:lnTo>
                  <a:lnTo>
                    <a:pt x="7851105" y="1351028"/>
                  </a:lnTo>
                  <a:lnTo>
                    <a:pt x="7811714" y="1372417"/>
                  </a:lnTo>
                  <a:lnTo>
                    <a:pt x="7768192" y="1385936"/>
                  </a:lnTo>
                  <a:lnTo>
                    <a:pt x="7721473" y="1390650"/>
                  </a:lnTo>
                  <a:lnTo>
                    <a:pt x="231775" y="1390650"/>
                  </a:lnTo>
                  <a:lnTo>
                    <a:pt x="185061" y="1385936"/>
                  </a:lnTo>
                  <a:lnTo>
                    <a:pt x="141553" y="1372417"/>
                  </a:lnTo>
                  <a:lnTo>
                    <a:pt x="102182" y="1351028"/>
                  </a:lnTo>
                  <a:lnTo>
                    <a:pt x="67881" y="1322704"/>
                  </a:lnTo>
                  <a:lnTo>
                    <a:pt x="39580" y="1288380"/>
                  </a:lnTo>
                  <a:lnTo>
                    <a:pt x="18212" y="1248989"/>
                  </a:lnTo>
                  <a:lnTo>
                    <a:pt x="4708" y="1205467"/>
                  </a:lnTo>
                  <a:lnTo>
                    <a:pt x="0" y="1158748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5A77D718-4AEC-6189-EF59-EE593BBF9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6904" y="261937"/>
            <a:ext cx="7077709" cy="7010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b="1" spc="-655" dirty="0">
                <a:solidFill>
                  <a:srgbClr val="000000"/>
                </a:solidFill>
                <a:latin typeface="Garamond"/>
                <a:cs typeface="Garamond"/>
              </a:rPr>
              <a:t>DEMO   -  TESTING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EA54F9-BAEA-E107-B75D-95E749F8F9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2600" y="1215921"/>
            <a:ext cx="11200130" cy="563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1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2332101" y="131826"/>
            <a:ext cx="7966075" cy="1403350"/>
            <a:chOff x="2332101" y="131826"/>
            <a:chExt cx="7966075" cy="1403350"/>
          </a:xfrm>
        </p:grpSpPr>
        <p:sp>
          <p:nvSpPr>
            <p:cNvPr id="10" name="object 10"/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7721473" y="0"/>
                  </a:moveTo>
                  <a:lnTo>
                    <a:pt x="231775" y="0"/>
                  </a:lnTo>
                  <a:lnTo>
                    <a:pt x="185061" y="4708"/>
                  </a:lnTo>
                  <a:lnTo>
                    <a:pt x="141553" y="18212"/>
                  </a:lnTo>
                  <a:lnTo>
                    <a:pt x="102182" y="39580"/>
                  </a:lnTo>
                  <a:lnTo>
                    <a:pt x="67881" y="67881"/>
                  </a:lnTo>
                  <a:lnTo>
                    <a:pt x="39580" y="102182"/>
                  </a:lnTo>
                  <a:lnTo>
                    <a:pt x="18212" y="141553"/>
                  </a:lnTo>
                  <a:lnTo>
                    <a:pt x="4708" y="185061"/>
                  </a:lnTo>
                  <a:lnTo>
                    <a:pt x="0" y="231775"/>
                  </a:lnTo>
                  <a:lnTo>
                    <a:pt x="0" y="1158748"/>
                  </a:lnTo>
                  <a:lnTo>
                    <a:pt x="4708" y="1205467"/>
                  </a:lnTo>
                  <a:lnTo>
                    <a:pt x="18212" y="1248989"/>
                  </a:lnTo>
                  <a:lnTo>
                    <a:pt x="39580" y="1288380"/>
                  </a:lnTo>
                  <a:lnTo>
                    <a:pt x="67881" y="1322704"/>
                  </a:lnTo>
                  <a:lnTo>
                    <a:pt x="102182" y="1351028"/>
                  </a:lnTo>
                  <a:lnTo>
                    <a:pt x="141553" y="1372417"/>
                  </a:lnTo>
                  <a:lnTo>
                    <a:pt x="185061" y="1385936"/>
                  </a:lnTo>
                  <a:lnTo>
                    <a:pt x="231775" y="1390650"/>
                  </a:lnTo>
                  <a:lnTo>
                    <a:pt x="7721473" y="1390650"/>
                  </a:lnTo>
                  <a:lnTo>
                    <a:pt x="7768192" y="1385936"/>
                  </a:lnTo>
                  <a:lnTo>
                    <a:pt x="7811714" y="1372417"/>
                  </a:lnTo>
                  <a:lnTo>
                    <a:pt x="7851105" y="1351028"/>
                  </a:lnTo>
                  <a:lnTo>
                    <a:pt x="7885430" y="1322705"/>
                  </a:lnTo>
                  <a:lnTo>
                    <a:pt x="7913753" y="1288380"/>
                  </a:lnTo>
                  <a:lnTo>
                    <a:pt x="7935142" y="1248989"/>
                  </a:lnTo>
                  <a:lnTo>
                    <a:pt x="7948661" y="1205467"/>
                  </a:lnTo>
                  <a:lnTo>
                    <a:pt x="7953375" y="1158748"/>
                  </a:lnTo>
                  <a:lnTo>
                    <a:pt x="7953375" y="231775"/>
                  </a:lnTo>
                  <a:lnTo>
                    <a:pt x="7948661" y="185061"/>
                  </a:lnTo>
                  <a:lnTo>
                    <a:pt x="7935142" y="141553"/>
                  </a:lnTo>
                  <a:lnTo>
                    <a:pt x="7913753" y="102182"/>
                  </a:lnTo>
                  <a:lnTo>
                    <a:pt x="7885429" y="67881"/>
                  </a:lnTo>
                  <a:lnTo>
                    <a:pt x="7851105" y="39580"/>
                  </a:lnTo>
                  <a:lnTo>
                    <a:pt x="7811714" y="18212"/>
                  </a:lnTo>
                  <a:lnTo>
                    <a:pt x="7768192" y="4708"/>
                  </a:lnTo>
                  <a:lnTo>
                    <a:pt x="7721473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0" y="231775"/>
                  </a:moveTo>
                  <a:lnTo>
                    <a:pt x="4708" y="185061"/>
                  </a:lnTo>
                  <a:lnTo>
                    <a:pt x="18212" y="141553"/>
                  </a:lnTo>
                  <a:lnTo>
                    <a:pt x="39580" y="102182"/>
                  </a:lnTo>
                  <a:lnTo>
                    <a:pt x="67881" y="67881"/>
                  </a:lnTo>
                  <a:lnTo>
                    <a:pt x="102182" y="39580"/>
                  </a:lnTo>
                  <a:lnTo>
                    <a:pt x="141553" y="18212"/>
                  </a:lnTo>
                  <a:lnTo>
                    <a:pt x="185061" y="4708"/>
                  </a:lnTo>
                  <a:lnTo>
                    <a:pt x="231775" y="0"/>
                  </a:lnTo>
                  <a:lnTo>
                    <a:pt x="7721473" y="0"/>
                  </a:lnTo>
                  <a:lnTo>
                    <a:pt x="7768192" y="4708"/>
                  </a:lnTo>
                  <a:lnTo>
                    <a:pt x="7811714" y="18212"/>
                  </a:lnTo>
                  <a:lnTo>
                    <a:pt x="7851105" y="39580"/>
                  </a:lnTo>
                  <a:lnTo>
                    <a:pt x="7885429" y="67881"/>
                  </a:lnTo>
                  <a:lnTo>
                    <a:pt x="7913753" y="102182"/>
                  </a:lnTo>
                  <a:lnTo>
                    <a:pt x="7935142" y="141553"/>
                  </a:lnTo>
                  <a:lnTo>
                    <a:pt x="7948661" y="185061"/>
                  </a:lnTo>
                  <a:lnTo>
                    <a:pt x="7953375" y="231775"/>
                  </a:lnTo>
                  <a:lnTo>
                    <a:pt x="7953375" y="1158748"/>
                  </a:lnTo>
                  <a:lnTo>
                    <a:pt x="7948661" y="1205467"/>
                  </a:lnTo>
                  <a:lnTo>
                    <a:pt x="7935142" y="1248989"/>
                  </a:lnTo>
                  <a:lnTo>
                    <a:pt x="7913753" y="1288380"/>
                  </a:lnTo>
                  <a:lnTo>
                    <a:pt x="7885430" y="1322705"/>
                  </a:lnTo>
                  <a:lnTo>
                    <a:pt x="7851105" y="1351028"/>
                  </a:lnTo>
                  <a:lnTo>
                    <a:pt x="7811714" y="1372417"/>
                  </a:lnTo>
                  <a:lnTo>
                    <a:pt x="7768192" y="1385936"/>
                  </a:lnTo>
                  <a:lnTo>
                    <a:pt x="7721473" y="1390650"/>
                  </a:lnTo>
                  <a:lnTo>
                    <a:pt x="231775" y="1390650"/>
                  </a:lnTo>
                  <a:lnTo>
                    <a:pt x="185061" y="1385936"/>
                  </a:lnTo>
                  <a:lnTo>
                    <a:pt x="141553" y="1372417"/>
                  </a:lnTo>
                  <a:lnTo>
                    <a:pt x="102182" y="1351028"/>
                  </a:lnTo>
                  <a:lnTo>
                    <a:pt x="67881" y="1322704"/>
                  </a:lnTo>
                  <a:lnTo>
                    <a:pt x="39580" y="1288380"/>
                  </a:lnTo>
                  <a:lnTo>
                    <a:pt x="18212" y="1248989"/>
                  </a:lnTo>
                  <a:lnTo>
                    <a:pt x="4708" y="1205467"/>
                  </a:lnTo>
                  <a:lnTo>
                    <a:pt x="0" y="1158748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53944" y="383857"/>
            <a:ext cx="7839709" cy="69378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sz="4400" b="1" spc="-655" dirty="0">
                <a:solidFill>
                  <a:srgbClr val="000000"/>
                </a:solidFill>
                <a:latin typeface="Garamond"/>
                <a:cs typeface="Garamond"/>
              </a:rPr>
              <a:t>Result,</a:t>
            </a:r>
            <a:r>
              <a:rPr lang="en-US" sz="4400" b="1" spc="-335" dirty="0">
                <a:solidFill>
                  <a:srgbClr val="000000"/>
                </a:solidFill>
                <a:latin typeface="Garamond"/>
                <a:cs typeface="Garamond"/>
              </a:rPr>
              <a:t>  </a:t>
            </a:r>
            <a:r>
              <a:rPr sz="4400" b="1" spc="-670" dirty="0">
                <a:solidFill>
                  <a:srgbClr val="000000"/>
                </a:solidFill>
                <a:latin typeface="Garamond"/>
                <a:cs typeface="Garamond"/>
              </a:rPr>
              <a:t>Applications</a:t>
            </a:r>
            <a:r>
              <a:rPr lang="en-US" sz="4400" b="1" spc="-360" dirty="0">
                <a:solidFill>
                  <a:srgbClr val="000000"/>
                </a:solidFill>
                <a:latin typeface="Garamond"/>
                <a:cs typeface="Garamond"/>
              </a:rPr>
              <a:t>  </a:t>
            </a:r>
            <a:r>
              <a:rPr sz="4400" b="1" spc="-1095" dirty="0">
                <a:solidFill>
                  <a:srgbClr val="000000"/>
                </a:solidFill>
                <a:latin typeface="Garamond"/>
                <a:cs typeface="Garamond"/>
              </a:rPr>
              <a:t>&amp;</a:t>
            </a:r>
            <a:r>
              <a:rPr lang="en-US" sz="4400" b="1" spc="-375" dirty="0">
                <a:solidFill>
                  <a:srgbClr val="000000"/>
                </a:solidFill>
                <a:latin typeface="Garamond"/>
                <a:cs typeface="Garamond"/>
              </a:rPr>
              <a:t>  </a:t>
            </a:r>
            <a:r>
              <a:rPr sz="4400" b="1" spc="-825" dirty="0">
                <a:solidFill>
                  <a:srgbClr val="000000"/>
                </a:solidFill>
                <a:latin typeface="Garamond"/>
                <a:cs typeface="Garamond"/>
              </a:rPr>
              <a:t>Module</a:t>
            </a:r>
            <a:r>
              <a:rPr sz="4400" b="1" spc="-305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4400" b="1" spc="-280" dirty="0">
                <a:solidFill>
                  <a:srgbClr val="000000"/>
                </a:solidFill>
                <a:latin typeface="Garamond"/>
                <a:cs typeface="Garamond"/>
              </a:rPr>
              <a:t>1</a:t>
            </a:r>
            <a:r>
              <a:rPr sz="4400" b="1" spc="-375" dirty="0">
                <a:solidFill>
                  <a:srgbClr val="000000"/>
                </a:solidFill>
                <a:latin typeface="Garamond"/>
                <a:cs typeface="Garamond"/>
              </a:rPr>
              <a:t> </a:t>
            </a:r>
            <a:r>
              <a:rPr sz="4400" b="1" spc="-760" dirty="0">
                <a:solidFill>
                  <a:srgbClr val="000000"/>
                </a:solidFill>
                <a:latin typeface="Garamond"/>
                <a:cs typeface="Garamond"/>
              </a:rPr>
              <a:t>Connection</a:t>
            </a:r>
            <a:endParaRPr sz="4400">
              <a:latin typeface="Garamond"/>
              <a:cs typeface="Garamond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SzPct val="72093"/>
              <a:buFont typeface="Arial"/>
              <a:buChar char="•"/>
              <a:tabLst>
                <a:tab pos="241300" algn="l"/>
              </a:tabLst>
            </a:pPr>
            <a:r>
              <a:rPr dirty="0"/>
              <a:t>Module</a:t>
            </a:r>
            <a:r>
              <a:rPr spc="130" dirty="0"/>
              <a:t> </a:t>
            </a:r>
            <a:r>
              <a:rPr dirty="0"/>
              <a:t>1</a:t>
            </a:r>
            <a:r>
              <a:rPr spc="110" dirty="0"/>
              <a:t> </a:t>
            </a:r>
            <a:r>
              <a:rPr dirty="0"/>
              <a:t>Concepts</a:t>
            </a:r>
            <a:r>
              <a:rPr spc="155" dirty="0"/>
              <a:t> </a:t>
            </a:r>
            <a:r>
              <a:rPr spc="-20" dirty="0"/>
              <a:t>Used:</a:t>
            </a:r>
          </a:p>
          <a:p>
            <a:pPr marL="640080" indent="-627380">
              <a:lnSpc>
                <a:spcPct val="100000"/>
              </a:lnSpc>
              <a:spcBef>
                <a:spcPts val="1700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Digital</a:t>
            </a:r>
            <a:r>
              <a:rPr sz="1850" spc="60" dirty="0"/>
              <a:t> </a:t>
            </a:r>
            <a:r>
              <a:rPr sz="1850" dirty="0"/>
              <a:t>0</a:t>
            </a:r>
            <a:r>
              <a:rPr sz="1850" spc="60" dirty="0"/>
              <a:t> </a:t>
            </a:r>
            <a:r>
              <a:rPr sz="1850" dirty="0"/>
              <a:t>&amp;</a:t>
            </a:r>
            <a:r>
              <a:rPr sz="1850" spc="55" dirty="0"/>
              <a:t> </a:t>
            </a:r>
            <a:r>
              <a:rPr sz="1850" spc="-50" dirty="0"/>
              <a:t>1</a:t>
            </a:r>
            <a:endParaRPr sz="1850"/>
          </a:p>
          <a:p>
            <a:pPr marL="640080" indent="-627380">
              <a:lnSpc>
                <a:spcPct val="100000"/>
              </a:lnSpc>
              <a:spcBef>
                <a:spcPts val="1835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Logic</a:t>
            </a:r>
            <a:r>
              <a:rPr sz="1850" spc="80" dirty="0"/>
              <a:t> </a:t>
            </a:r>
            <a:r>
              <a:rPr sz="1850" spc="-10" dirty="0"/>
              <a:t>Gates</a:t>
            </a:r>
            <a:endParaRPr sz="1850"/>
          </a:p>
          <a:p>
            <a:pPr marL="640080" indent="-627380">
              <a:lnSpc>
                <a:spcPct val="100000"/>
              </a:lnSpc>
              <a:spcBef>
                <a:spcPts val="1910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Boolean</a:t>
            </a:r>
            <a:r>
              <a:rPr sz="1850" spc="165" dirty="0"/>
              <a:t> </a:t>
            </a:r>
            <a:r>
              <a:rPr sz="1850" spc="-20" dirty="0"/>
              <a:t>Logic</a:t>
            </a:r>
            <a:endParaRPr sz="1850"/>
          </a:p>
          <a:p>
            <a:pPr marL="640080" indent="-627380">
              <a:lnSpc>
                <a:spcPct val="100000"/>
              </a:lnSpc>
              <a:spcBef>
                <a:spcPts val="1915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Truth</a:t>
            </a:r>
            <a:r>
              <a:rPr sz="1850" spc="70" dirty="0"/>
              <a:t> </a:t>
            </a:r>
            <a:r>
              <a:rPr sz="1850" spc="-10" dirty="0"/>
              <a:t>Tables</a:t>
            </a:r>
            <a:endParaRPr sz="1850"/>
          </a:p>
          <a:p>
            <a:pPr marL="640080" indent="-627380">
              <a:lnSpc>
                <a:spcPct val="100000"/>
              </a:lnSpc>
              <a:spcBef>
                <a:spcPts val="1835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Combinational</a:t>
            </a:r>
            <a:r>
              <a:rPr sz="1850" spc="210" dirty="0"/>
              <a:t> </a:t>
            </a:r>
            <a:r>
              <a:rPr sz="1850" spc="-10" dirty="0"/>
              <a:t>Logic</a:t>
            </a:r>
            <a:endParaRPr sz="1850"/>
          </a:p>
          <a:p>
            <a:pPr marL="640080" indent="-627380">
              <a:lnSpc>
                <a:spcPct val="100000"/>
              </a:lnSpc>
              <a:spcBef>
                <a:spcPts val="1910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Truth</a:t>
            </a:r>
            <a:r>
              <a:rPr sz="1850" spc="40" dirty="0"/>
              <a:t> </a:t>
            </a:r>
            <a:r>
              <a:rPr sz="1850" dirty="0"/>
              <a:t>Table</a:t>
            </a:r>
            <a:r>
              <a:rPr sz="1850" spc="85" dirty="0"/>
              <a:t> </a:t>
            </a:r>
            <a:r>
              <a:rPr sz="1850" dirty="0">
                <a:latin typeface="Arial"/>
                <a:cs typeface="Arial"/>
              </a:rPr>
              <a:t>→</a:t>
            </a:r>
            <a:r>
              <a:rPr sz="1850" spc="120" dirty="0">
                <a:latin typeface="Arial"/>
                <a:cs typeface="Arial"/>
              </a:rPr>
              <a:t> </a:t>
            </a:r>
            <a:r>
              <a:rPr sz="1850" spc="-10" dirty="0"/>
              <a:t>Circuit</a:t>
            </a:r>
            <a:endParaRPr sz="1850">
              <a:latin typeface="Arial"/>
              <a:cs typeface="Arial"/>
            </a:endParaRPr>
          </a:p>
          <a:p>
            <a:pPr marL="640080" indent="-627380">
              <a:lnSpc>
                <a:spcPct val="100000"/>
              </a:lnSpc>
              <a:spcBef>
                <a:spcPts val="1910"/>
              </a:spcBef>
              <a:buSzPct val="72972"/>
              <a:buFont typeface="Arial"/>
              <a:buChar char="•"/>
              <a:tabLst>
                <a:tab pos="640080" algn="l"/>
              </a:tabLst>
            </a:pPr>
            <a:r>
              <a:rPr sz="1850" dirty="0"/>
              <a:t>Logisim</a:t>
            </a:r>
            <a:r>
              <a:rPr sz="1850" spc="130" dirty="0"/>
              <a:t> </a:t>
            </a:r>
            <a:r>
              <a:rPr sz="1850" spc="-10" dirty="0"/>
              <a:t>Simulation</a:t>
            </a:r>
            <a:endParaRPr sz="1850"/>
          </a:p>
        </p:txBody>
      </p:sp>
      <p:grpSp>
        <p:nvGrpSpPr>
          <p:cNvPr id="3" name="object 3"/>
          <p:cNvGrpSpPr/>
          <p:nvPr/>
        </p:nvGrpSpPr>
        <p:grpSpPr>
          <a:xfrm>
            <a:off x="6113526" y="4913376"/>
            <a:ext cx="5546725" cy="1622425"/>
            <a:chOff x="6113526" y="4913376"/>
            <a:chExt cx="5546725" cy="1622425"/>
          </a:xfrm>
        </p:grpSpPr>
        <p:sp>
          <p:nvSpPr>
            <p:cNvPr id="4" name="object 4"/>
            <p:cNvSpPr/>
            <p:nvPr/>
          </p:nvSpPr>
          <p:spPr>
            <a:xfrm>
              <a:off x="6119876" y="4919726"/>
              <a:ext cx="5534025" cy="1609725"/>
            </a:xfrm>
            <a:custGeom>
              <a:avLst/>
              <a:gdLst/>
              <a:ahLst/>
              <a:cxnLst/>
              <a:rect l="l" t="t" r="r" b="b"/>
              <a:pathLst>
                <a:path w="5534025" h="1609725">
                  <a:moveTo>
                    <a:pt x="5265674" y="0"/>
                  </a:moveTo>
                  <a:lnTo>
                    <a:pt x="268224" y="0"/>
                  </a:lnTo>
                  <a:lnTo>
                    <a:pt x="219991" y="4319"/>
                  </a:lnTo>
                  <a:lnTo>
                    <a:pt x="174602" y="16772"/>
                  </a:lnTo>
                  <a:lnTo>
                    <a:pt x="132813" y="36604"/>
                  </a:lnTo>
                  <a:lnTo>
                    <a:pt x="95380" y="63058"/>
                  </a:lnTo>
                  <a:lnTo>
                    <a:pt x="63058" y="95380"/>
                  </a:lnTo>
                  <a:lnTo>
                    <a:pt x="36604" y="132813"/>
                  </a:lnTo>
                  <a:lnTo>
                    <a:pt x="16772" y="174602"/>
                  </a:lnTo>
                  <a:lnTo>
                    <a:pt x="4319" y="219991"/>
                  </a:lnTo>
                  <a:lnTo>
                    <a:pt x="0" y="268224"/>
                  </a:lnTo>
                  <a:lnTo>
                    <a:pt x="0" y="1341361"/>
                  </a:lnTo>
                  <a:lnTo>
                    <a:pt x="4319" y="1389590"/>
                  </a:lnTo>
                  <a:lnTo>
                    <a:pt x="16772" y="1434982"/>
                  </a:lnTo>
                  <a:lnTo>
                    <a:pt x="36604" y="1476779"/>
                  </a:lnTo>
                  <a:lnTo>
                    <a:pt x="63058" y="1514225"/>
                  </a:lnTo>
                  <a:lnTo>
                    <a:pt x="95380" y="1546562"/>
                  </a:lnTo>
                  <a:lnTo>
                    <a:pt x="132813" y="1573031"/>
                  </a:lnTo>
                  <a:lnTo>
                    <a:pt x="174602" y="1592876"/>
                  </a:lnTo>
                  <a:lnTo>
                    <a:pt x="219991" y="1605339"/>
                  </a:lnTo>
                  <a:lnTo>
                    <a:pt x="268224" y="1609661"/>
                  </a:lnTo>
                  <a:lnTo>
                    <a:pt x="5265674" y="1609661"/>
                  </a:lnTo>
                  <a:lnTo>
                    <a:pt x="5313911" y="1605339"/>
                  </a:lnTo>
                  <a:lnTo>
                    <a:pt x="5359311" y="1592876"/>
                  </a:lnTo>
                  <a:lnTo>
                    <a:pt x="5401117" y="1573031"/>
                  </a:lnTo>
                  <a:lnTo>
                    <a:pt x="5438570" y="1546562"/>
                  </a:lnTo>
                  <a:lnTo>
                    <a:pt x="5470913" y="1514225"/>
                  </a:lnTo>
                  <a:lnTo>
                    <a:pt x="5497387" y="1476779"/>
                  </a:lnTo>
                  <a:lnTo>
                    <a:pt x="5517236" y="1434982"/>
                  </a:lnTo>
                  <a:lnTo>
                    <a:pt x="5529701" y="1389590"/>
                  </a:lnTo>
                  <a:lnTo>
                    <a:pt x="5534025" y="1341361"/>
                  </a:lnTo>
                  <a:lnTo>
                    <a:pt x="5534025" y="268224"/>
                  </a:lnTo>
                  <a:lnTo>
                    <a:pt x="5529701" y="219991"/>
                  </a:lnTo>
                  <a:lnTo>
                    <a:pt x="5517236" y="174602"/>
                  </a:lnTo>
                  <a:lnTo>
                    <a:pt x="5497387" y="132813"/>
                  </a:lnTo>
                  <a:lnTo>
                    <a:pt x="5470913" y="95380"/>
                  </a:lnTo>
                  <a:lnTo>
                    <a:pt x="5438570" y="63058"/>
                  </a:lnTo>
                  <a:lnTo>
                    <a:pt x="5401117" y="36604"/>
                  </a:lnTo>
                  <a:lnTo>
                    <a:pt x="5359311" y="16772"/>
                  </a:lnTo>
                  <a:lnTo>
                    <a:pt x="5313911" y="4319"/>
                  </a:lnTo>
                  <a:lnTo>
                    <a:pt x="5265674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19876" y="4919726"/>
              <a:ext cx="5534025" cy="1609725"/>
            </a:xfrm>
            <a:custGeom>
              <a:avLst/>
              <a:gdLst/>
              <a:ahLst/>
              <a:cxnLst/>
              <a:rect l="l" t="t" r="r" b="b"/>
              <a:pathLst>
                <a:path w="5534025" h="1609725">
                  <a:moveTo>
                    <a:pt x="0" y="268224"/>
                  </a:moveTo>
                  <a:lnTo>
                    <a:pt x="4319" y="219991"/>
                  </a:lnTo>
                  <a:lnTo>
                    <a:pt x="16772" y="174602"/>
                  </a:lnTo>
                  <a:lnTo>
                    <a:pt x="36604" y="132813"/>
                  </a:lnTo>
                  <a:lnTo>
                    <a:pt x="63058" y="95380"/>
                  </a:lnTo>
                  <a:lnTo>
                    <a:pt x="95380" y="63058"/>
                  </a:lnTo>
                  <a:lnTo>
                    <a:pt x="132813" y="36604"/>
                  </a:lnTo>
                  <a:lnTo>
                    <a:pt x="174602" y="16772"/>
                  </a:lnTo>
                  <a:lnTo>
                    <a:pt x="219991" y="4319"/>
                  </a:lnTo>
                  <a:lnTo>
                    <a:pt x="268224" y="0"/>
                  </a:lnTo>
                  <a:lnTo>
                    <a:pt x="5265674" y="0"/>
                  </a:lnTo>
                  <a:lnTo>
                    <a:pt x="5313911" y="4319"/>
                  </a:lnTo>
                  <a:lnTo>
                    <a:pt x="5359311" y="16772"/>
                  </a:lnTo>
                  <a:lnTo>
                    <a:pt x="5401117" y="36604"/>
                  </a:lnTo>
                  <a:lnTo>
                    <a:pt x="5438570" y="63058"/>
                  </a:lnTo>
                  <a:lnTo>
                    <a:pt x="5470913" y="95380"/>
                  </a:lnTo>
                  <a:lnTo>
                    <a:pt x="5497387" y="132813"/>
                  </a:lnTo>
                  <a:lnTo>
                    <a:pt x="5517236" y="174602"/>
                  </a:lnTo>
                  <a:lnTo>
                    <a:pt x="5529701" y="219991"/>
                  </a:lnTo>
                  <a:lnTo>
                    <a:pt x="5534025" y="268224"/>
                  </a:lnTo>
                  <a:lnTo>
                    <a:pt x="5534025" y="1341361"/>
                  </a:lnTo>
                  <a:lnTo>
                    <a:pt x="5529701" y="1389590"/>
                  </a:lnTo>
                  <a:lnTo>
                    <a:pt x="5517236" y="1434982"/>
                  </a:lnTo>
                  <a:lnTo>
                    <a:pt x="5497387" y="1476779"/>
                  </a:lnTo>
                  <a:lnTo>
                    <a:pt x="5470913" y="1514225"/>
                  </a:lnTo>
                  <a:lnTo>
                    <a:pt x="5438570" y="1546562"/>
                  </a:lnTo>
                  <a:lnTo>
                    <a:pt x="5401117" y="1573031"/>
                  </a:lnTo>
                  <a:lnTo>
                    <a:pt x="5359311" y="1592876"/>
                  </a:lnTo>
                  <a:lnTo>
                    <a:pt x="5313911" y="1605339"/>
                  </a:lnTo>
                  <a:lnTo>
                    <a:pt x="5265674" y="1609661"/>
                  </a:lnTo>
                  <a:lnTo>
                    <a:pt x="268224" y="1609661"/>
                  </a:lnTo>
                  <a:lnTo>
                    <a:pt x="219991" y="1605339"/>
                  </a:lnTo>
                  <a:lnTo>
                    <a:pt x="174602" y="1592876"/>
                  </a:lnTo>
                  <a:lnTo>
                    <a:pt x="132813" y="1573031"/>
                  </a:lnTo>
                  <a:lnTo>
                    <a:pt x="95380" y="1546562"/>
                  </a:lnTo>
                  <a:lnTo>
                    <a:pt x="63058" y="1514225"/>
                  </a:lnTo>
                  <a:lnTo>
                    <a:pt x="36604" y="1476779"/>
                  </a:lnTo>
                  <a:lnTo>
                    <a:pt x="16772" y="1434982"/>
                  </a:lnTo>
                  <a:lnTo>
                    <a:pt x="4319" y="1389590"/>
                  </a:lnTo>
                  <a:lnTo>
                    <a:pt x="0" y="1341361"/>
                  </a:lnTo>
                  <a:lnTo>
                    <a:pt x="0" y="268224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7425" y="5448300"/>
              <a:ext cx="595312" cy="48101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5"/>
              </a:spcBef>
              <a:buSzPct val="70909"/>
              <a:buFont typeface="Arial"/>
              <a:buChar char="•"/>
              <a:tabLst>
                <a:tab pos="239395" algn="l"/>
              </a:tabLst>
            </a:pPr>
            <a:r>
              <a:rPr dirty="0"/>
              <a:t>Future</a:t>
            </a:r>
            <a:r>
              <a:rPr spc="90" dirty="0"/>
              <a:t> </a:t>
            </a:r>
            <a:r>
              <a:rPr spc="-10" dirty="0"/>
              <a:t>Scope:</a:t>
            </a:r>
          </a:p>
          <a:p>
            <a:pPr marL="241300" indent="-228600">
              <a:lnSpc>
                <a:spcPct val="100000"/>
              </a:lnSpc>
              <a:spcBef>
                <a:spcPts val="1955"/>
              </a:spcBef>
              <a:buSzPct val="72972"/>
              <a:buFont typeface="Arial"/>
              <a:buChar char="•"/>
              <a:tabLst>
                <a:tab pos="241300" algn="l"/>
              </a:tabLst>
            </a:pPr>
            <a:r>
              <a:rPr sz="1850" dirty="0"/>
              <a:t>Automatic</a:t>
            </a:r>
            <a:r>
              <a:rPr sz="1850" spc="155" dirty="0"/>
              <a:t> </a:t>
            </a:r>
            <a:r>
              <a:rPr sz="1850" dirty="0"/>
              <a:t>parking</a:t>
            </a:r>
            <a:r>
              <a:rPr sz="1850" spc="95" dirty="0"/>
              <a:t> </a:t>
            </a:r>
            <a:r>
              <a:rPr sz="1850" spc="-10" dirty="0"/>
              <a:t>sensors</a:t>
            </a:r>
            <a:endParaRPr sz="1850"/>
          </a:p>
          <a:p>
            <a:pPr marL="241300" indent="-228600">
              <a:lnSpc>
                <a:spcPct val="100000"/>
              </a:lnSpc>
              <a:spcBef>
                <a:spcPts val="1915"/>
              </a:spcBef>
              <a:buSzPct val="72972"/>
              <a:buFont typeface="Arial"/>
              <a:buChar char="•"/>
              <a:tabLst>
                <a:tab pos="241300" algn="l"/>
              </a:tabLst>
            </a:pPr>
            <a:r>
              <a:rPr sz="1850" dirty="0"/>
              <a:t>Digital</a:t>
            </a:r>
            <a:r>
              <a:rPr sz="1850" spc="125" dirty="0"/>
              <a:t> </a:t>
            </a:r>
            <a:r>
              <a:rPr sz="1850" dirty="0"/>
              <a:t>display</a:t>
            </a:r>
            <a:r>
              <a:rPr sz="1850" spc="90" dirty="0"/>
              <a:t> </a:t>
            </a:r>
            <a:r>
              <a:rPr sz="1850" dirty="0"/>
              <a:t>of</a:t>
            </a:r>
            <a:r>
              <a:rPr sz="1850" spc="55" dirty="0"/>
              <a:t> </a:t>
            </a:r>
            <a:r>
              <a:rPr sz="1850" dirty="0"/>
              <a:t>available</a:t>
            </a:r>
            <a:r>
              <a:rPr sz="1850" spc="85" dirty="0"/>
              <a:t> </a:t>
            </a:r>
            <a:r>
              <a:rPr sz="1850" spc="-20" dirty="0"/>
              <a:t>slots</a:t>
            </a:r>
            <a:endParaRPr sz="1850"/>
          </a:p>
          <a:p>
            <a:pPr marL="241300" indent="-228600">
              <a:lnSpc>
                <a:spcPct val="100000"/>
              </a:lnSpc>
              <a:spcBef>
                <a:spcPts val="1835"/>
              </a:spcBef>
              <a:buSzPct val="72972"/>
              <a:buFont typeface="Arial"/>
              <a:buChar char="•"/>
              <a:tabLst>
                <a:tab pos="241300" algn="l"/>
              </a:tabLst>
            </a:pPr>
            <a:r>
              <a:rPr sz="1850" dirty="0"/>
              <a:t>Vehicle</a:t>
            </a:r>
            <a:r>
              <a:rPr sz="1850" spc="150" dirty="0"/>
              <a:t> </a:t>
            </a:r>
            <a:r>
              <a:rPr sz="1850" spc="-10" dirty="0"/>
              <a:t>counting</a:t>
            </a:r>
            <a:endParaRPr sz="1850"/>
          </a:p>
          <a:p>
            <a:pPr marL="241300" indent="-228600">
              <a:lnSpc>
                <a:spcPct val="100000"/>
              </a:lnSpc>
              <a:spcBef>
                <a:spcPts val="1910"/>
              </a:spcBef>
              <a:buSzPct val="72972"/>
              <a:buFont typeface="Arial"/>
              <a:buChar char="•"/>
              <a:tabLst>
                <a:tab pos="241300" algn="l"/>
              </a:tabLst>
            </a:pPr>
            <a:r>
              <a:rPr sz="1850" dirty="0"/>
              <a:t>Multiple</a:t>
            </a:r>
            <a:r>
              <a:rPr sz="1850" spc="95" dirty="0"/>
              <a:t> </a:t>
            </a:r>
            <a:r>
              <a:rPr sz="1850" dirty="0"/>
              <a:t>parking</a:t>
            </a:r>
            <a:r>
              <a:rPr sz="1850" spc="120" dirty="0"/>
              <a:t> </a:t>
            </a:r>
            <a:r>
              <a:rPr sz="1850" spc="-20" dirty="0"/>
              <a:t>zones</a:t>
            </a:r>
            <a:endParaRPr sz="1850"/>
          </a:p>
          <a:p>
            <a:pPr marL="241300" indent="-228600">
              <a:lnSpc>
                <a:spcPct val="100000"/>
              </a:lnSpc>
              <a:spcBef>
                <a:spcPts val="1910"/>
              </a:spcBef>
              <a:buSzPct val="72972"/>
              <a:buFont typeface="Arial"/>
              <a:buChar char="•"/>
              <a:tabLst>
                <a:tab pos="241300" algn="l"/>
              </a:tabLst>
            </a:pPr>
            <a:r>
              <a:rPr sz="1850" dirty="0"/>
              <a:t>Automatic</a:t>
            </a:r>
            <a:r>
              <a:rPr sz="1850" spc="175" dirty="0"/>
              <a:t> </a:t>
            </a:r>
            <a:r>
              <a:rPr sz="1850" dirty="0"/>
              <a:t>gate</a:t>
            </a:r>
            <a:r>
              <a:rPr sz="1850" spc="90" dirty="0"/>
              <a:t> </a:t>
            </a:r>
            <a:r>
              <a:rPr sz="1850" spc="-10" dirty="0"/>
              <a:t>control</a:t>
            </a:r>
            <a:endParaRPr sz="1850"/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50"/>
          </a:p>
          <a:p>
            <a:pPr marL="1316355">
              <a:lnSpc>
                <a:spcPct val="100000"/>
              </a:lnSpc>
            </a:pPr>
            <a:r>
              <a:rPr b="1" dirty="0">
                <a:solidFill>
                  <a:srgbClr val="000000"/>
                </a:solidFill>
                <a:latin typeface="Gill Sans MT"/>
                <a:cs typeface="Gill Sans MT"/>
              </a:rPr>
              <a:t>Project</a:t>
            </a:r>
            <a:r>
              <a:rPr b="1" spc="9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b="1" spc="-10" dirty="0">
                <a:solidFill>
                  <a:srgbClr val="000000"/>
                </a:solidFill>
                <a:latin typeface="Gill Sans MT"/>
                <a:cs typeface="Gill Sans MT"/>
              </a:rPr>
              <a:t>Result</a:t>
            </a:r>
          </a:p>
          <a:p>
            <a:pPr marL="828040" marR="5080" indent="218440">
              <a:lnSpc>
                <a:spcPct val="100800"/>
              </a:lnSpc>
              <a:spcBef>
                <a:spcPts val="40"/>
              </a:spcBef>
            </a:pPr>
            <a:r>
              <a:rPr sz="1800" dirty="0">
                <a:solidFill>
                  <a:srgbClr val="FFFFFF"/>
                </a:solidFill>
              </a:rPr>
              <a:t>FREE</a:t>
            </a:r>
            <a:r>
              <a:rPr sz="1800" spc="1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SLOT</a:t>
            </a:r>
            <a:r>
              <a:rPr sz="1800" spc="-1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</a:rPr>
              <a:t>ENTRY</a:t>
            </a:r>
            <a:r>
              <a:rPr sz="1800" spc="-3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=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spc="-50" dirty="0">
                <a:solidFill>
                  <a:srgbClr val="FFFFFF"/>
                </a:solidFill>
              </a:rPr>
              <a:t>1 </a:t>
            </a:r>
            <a:r>
              <a:rPr sz="1800" dirty="0">
                <a:solidFill>
                  <a:srgbClr val="FFFFFF"/>
                </a:solidFill>
              </a:rPr>
              <a:t>PARKING</a:t>
            </a:r>
            <a:r>
              <a:rPr sz="1800" spc="1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FULL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</a:rPr>
              <a:t>ENTRY</a:t>
            </a:r>
            <a:r>
              <a:rPr sz="1800" spc="-4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=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spc="-50" dirty="0">
                <a:solidFill>
                  <a:srgbClr val="FFFFFF"/>
                </a:solidFill>
              </a:rPr>
              <a:t>0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6500" y="5724525"/>
            <a:ext cx="595312" cy="481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29FB-0984-9A9C-BCFE-F532D14D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>
            <a:extLst>
              <a:ext uri="{FF2B5EF4-FFF2-40B4-BE49-F238E27FC236}">
                <a16:creationId xmlns:a16="http://schemas.microsoft.com/office/drawing/2014/main" id="{3E982BE4-2BAF-6BF5-6E40-5D5E13AE0CDB}"/>
              </a:ext>
            </a:extLst>
          </p:cNvPr>
          <p:cNvGrpSpPr/>
          <p:nvPr/>
        </p:nvGrpSpPr>
        <p:grpSpPr>
          <a:xfrm>
            <a:off x="2332101" y="131826"/>
            <a:ext cx="7966075" cy="966470"/>
            <a:chOff x="2332101" y="131826"/>
            <a:chExt cx="7966075" cy="140335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95E6370-8D80-EC95-A27E-CF7A1B4BE789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7721473" y="0"/>
                  </a:moveTo>
                  <a:lnTo>
                    <a:pt x="231775" y="0"/>
                  </a:lnTo>
                  <a:lnTo>
                    <a:pt x="185061" y="4708"/>
                  </a:lnTo>
                  <a:lnTo>
                    <a:pt x="141553" y="18212"/>
                  </a:lnTo>
                  <a:lnTo>
                    <a:pt x="102182" y="39580"/>
                  </a:lnTo>
                  <a:lnTo>
                    <a:pt x="67881" y="67881"/>
                  </a:lnTo>
                  <a:lnTo>
                    <a:pt x="39580" y="102182"/>
                  </a:lnTo>
                  <a:lnTo>
                    <a:pt x="18212" y="141553"/>
                  </a:lnTo>
                  <a:lnTo>
                    <a:pt x="4708" y="185061"/>
                  </a:lnTo>
                  <a:lnTo>
                    <a:pt x="0" y="231775"/>
                  </a:lnTo>
                  <a:lnTo>
                    <a:pt x="0" y="1158748"/>
                  </a:lnTo>
                  <a:lnTo>
                    <a:pt x="4708" y="1205467"/>
                  </a:lnTo>
                  <a:lnTo>
                    <a:pt x="18212" y="1248989"/>
                  </a:lnTo>
                  <a:lnTo>
                    <a:pt x="39580" y="1288380"/>
                  </a:lnTo>
                  <a:lnTo>
                    <a:pt x="67881" y="1322704"/>
                  </a:lnTo>
                  <a:lnTo>
                    <a:pt x="102182" y="1351028"/>
                  </a:lnTo>
                  <a:lnTo>
                    <a:pt x="141553" y="1372417"/>
                  </a:lnTo>
                  <a:lnTo>
                    <a:pt x="185061" y="1385936"/>
                  </a:lnTo>
                  <a:lnTo>
                    <a:pt x="231775" y="1390650"/>
                  </a:lnTo>
                  <a:lnTo>
                    <a:pt x="7721473" y="1390650"/>
                  </a:lnTo>
                  <a:lnTo>
                    <a:pt x="7768192" y="1385936"/>
                  </a:lnTo>
                  <a:lnTo>
                    <a:pt x="7811714" y="1372417"/>
                  </a:lnTo>
                  <a:lnTo>
                    <a:pt x="7851105" y="1351028"/>
                  </a:lnTo>
                  <a:lnTo>
                    <a:pt x="7885430" y="1322705"/>
                  </a:lnTo>
                  <a:lnTo>
                    <a:pt x="7913753" y="1288380"/>
                  </a:lnTo>
                  <a:lnTo>
                    <a:pt x="7935142" y="1248989"/>
                  </a:lnTo>
                  <a:lnTo>
                    <a:pt x="7948661" y="1205467"/>
                  </a:lnTo>
                  <a:lnTo>
                    <a:pt x="7953375" y="1158748"/>
                  </a:lnTo>
                  <a:lnTo>
                    <a:pt x="7953375" y="231775"/>
                  </a:lnTo>
                  <a:lnTo>
                    <a:pt x="7948661" y="185061"/>
                  </a:lnTo>
                  <a:lnTo>
                    <a:pt x="7935142" y="141553"/>
                  </a:lnTo>
                  <a:lnTo>
                    <a:pt x="7913753" y="102182"/>
                  </a:lnTo>
                  <a:lnTo>
                    <a:pt x="7885429" y="67881"/>
                  </a:lnTo>
                  <a:lnTo>
                    <a:pt x="7851105" y="39580"/>
                  </a:lnTo>
                  <a:lnTo>
                    <a:pt x="7811714" y="18212"/>
                  </a:lnTo>
                  <a:lnTo>
                    <a:pt x="7768192" y="4708"/>
                  </a:lnTo>
                  <a:lnTo>
                    <a:pt x="7721473" y="0"/>
                  </a:lnTo>
                  <a:close/>
                </a:path>
              </a:pathLst>
            </a:custGeom>
            <a:solidFill>
              <a:srgbClr val="74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E0F0650-23D9-5488-9FEC-00EC1D1D9020}"/>
                </a:ext>
              </a:extLst>
            </p:cNvPr>
            <p:cNvSpPr/>
            <p:nvPr/>
          </p:nvSpPr>
          <p:spPr>
            <a:xfrm>
              <a:off x="2338451" y="138176"/>
              <a:ext cx="7953375" cy="1390650"/>
            </a:xfrm>
            <a:custGeom>
              <a:avLst/>
              <a:gdLst/>
              <a:ahLst/>
              <a:cxnLst/>
              <a:rect l="l" t="t" r="r" b="b"/>
              <a:pathLst>
                <a:path w="7953375" h="1390650">
                  <a:moveTo>
                    <a:pt x="0" y="231775"/>
                  </a:moveTo>
                  <a:lnTo>
                    <a:pt x="4708" y="185061"/>
                  </a:lnTo>
                  <a:lnTo>
                    <a:pt x="18212" y="141553"/>
                  </a:lnTo>
                  <a:lnTo>
                    <a:pt x="39580" y="102182"/>
                  </a:lnTo>
                  <a:lnTo>
                    <a:pt x="67881" y="67881"/>
                  </a:lnTo>
                  <a:lnTo>
                    <a:pt x="102182" y="39580"/>
                  </a:lnTo>
                  <a:lnTo>
                    <a:pt x="141553" y="18212"/>
                  </a:lnTo>
                  <a:lnTo>
                    <a:pt x="185061" y="4708"/>
                  </a:lnTo>
                  <a:lnTo>
                    <a:pt x="231775" y="0"/>
                  </a:lnTo>
                  <a:lnTo>
                    <a:pt x="7721473" y="0"/>
                  </a:lnTo>
                  <a:lnTo>
                    <a:pt x="7768192" y="4708"/>
                  </a:lnTo>
                  <a:lnTo>
                    <a:pt x="7811714" y="18212"/>
                  </a:lnTo>
                  <a:lnTo>
                    <a:pt x="7851105" y="39580"/>
                  </a:lnTo>
                  <a:lnTo>
                    <a:pt x="7885429" y="67881"/>
                  </a:lnTo>
                  <a:lnTo>
                    <a:pt x="7913753" y="102182"/>
                  </a:lnTo>
                  <a:lnTo>
                    <a:pt x="7935142" y="141553"/>
                  </a:lnTo>
                  <a:lnTo>
                    <a:pt x="7948661" y="185061"/>
                  </a:lnTo>
                  <a:lnTo>
                    <a:pt x="7953375" y="231775"/>
                  </a:lnTo>
                  <a:lnTo>
                    <a:pt x="7953375" y="1158748"/>
                  </a:lnTo>
                  <a:lnTo>
                    <a:pt x="7948661" y="1205467"/>
                  </a:lnTo>
                  <a:lnTo>
                    <a:pt x="7935142" y="1248989"/>
                  </a:lnTo>
                  <a:lnTo>
                    <a:pt x="7913753" y="1288380"/>
                  </a:lnTo>
                  <a:lnTo>
                    <a:pt x="7885430" y="1322705"/>
                  </a:lnTo>
                  <a:lnTo>
                    <a:pt x="7851105" y="1351028"/>
                  </a:lnTo>
                  <a:lnTo>
                    <a:pt x="7811714" y="1372417"/>
                  </a:lnTo>
                  <a:lnTo>
                    <a:pt x="7768192" y="1385936"/>
                  </a:lnTo>
                  <a:lnTo>
                    <a:pt x="7721473" y="1390650"/>
                  </a:lnTo>
                  <a:lnTo>
                    <a:pt x="231775" y="1390650"/>
                  </a:lnTo>
                  <a:lnTo>
                    <a:pt x="185061" y="1385936"/>
                  </a:lnTo>
                  <a:lnTo>
                    <a:pt x="141553" y="1372417"/>
                  </a:lnTo>
                  <a:lnTo>
                    <a:pt x="102182" y="1351028"/>
                  </a:lnTo>
                  <a:lnTo>
                    <a:pt x="67881" y="1322704"/>
                  </a:lnTo>
                  <a:lnTo>
                    <a:pt x="39580" y="1288380"/>
                  </a:lnTo>
                  <a:lnTo>
                    <a:pt x="18212" y="1248989"/>
                  </a:lnTo>
                  <a:lnTo>
                    <a:pt x="4708" y="1205467"/>
                  </a:lnTo>
                  <a:lnTo>
                    <a:pt x="0" y="1158748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2C39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>
            <a:extLst>
              <a:ext uri="{FF2B5EF4-FFF2-40B4-BE49-F238E27FC236}">
                <a16:creationId xmlns:a16="http://schemas.microsoft.com/office/drawing/2014/main" id="{3DB4AF06-DA43-CFF8-8324-FD6C80A13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6904" y="261937"/>
            <a:ext cx="7077709" cy="7010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b="1" spc="-655" dirty="0">
                <a:solidFill>
                  <a:srgbClr val="000000"/>
                </a:solidFill>
                <a:latin typeface="Garamond"/>
              </a:rPr>
              <a:t>CONCLUSION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DBD1A-8ACB-5027-EB26-9466DB991C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3124" y="1273841"/>
            <a:ext cx="12195810" cy="531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25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INTRODUCTION: MODULE 1 → OUR PROJECT PARK-LOGIC</vt:lpstr>
      <vt:lpstr>        PROBLEM STATEMENT</vt:lpstr>
      <vt:lpstr>D I GI T AL  RE PR ES E N T A T I O N  &amp;  I N P UT S</vt:lpstr>
      <vt:lpstr>LOGIC GATES  BOOLEAN EXPRESSION</vt:lpstr>
      <vt:lpstr>Truth Table → Circuit → Logisim</vt:lpstr>
      <vt:lpstr>Truth Table → Circuit → Logisim</vt:lpstr>
      <vt:lpstr>LOGISIM      IMPLEMENTATION</vt:lpstr>
      <vt:lpstr>DEMO   -  TESTING</vt:lpstr>
      <vt:lpstr>Result,  Applications  &amp;  Module 1 Connection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created xsi:type="dcterms:W3CDTF">2026-09-04T15:19:26Z</dcterms:created>
  <dcterms:modified xsi:type="dcterms:W3CDTF">2026-09-09T05:18:07Z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2026-09-04T00:00:00Z</vt:filetime>
  </property>
  <property fmtid="{D5CDD505-2E9C-101B-9397-08002B2CF9AE}" pid="4" name="Creator">
    <vt:lpwstr>PDFium</vt:lpwstr>
  </property>
  <property fmtid="{D5CDD505-2E9C-101B-9397-08002B2CF9AE}" pid="5" name="LastSaved">
    <vt:filetime>2026-09-04T00:00:00Z</vt:filetime>
  </property>
  <property fmtid="{D5CDD505-2E9C-101B-9397-08002B2CF9AE}" pid="6" name="Producer">
    <vt:lpwstr>3-Heights(TM) PDF Security Shell 4.8.25.2 (http://www.pdf-tools.com)</vt:lpwstr>
  </property>
</Properties>
</file>